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</p:sldIdLst>
  <p:sldSz cx="13004800" cy="15240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91281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91281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91281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91281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91281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91281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91281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91281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91281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6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Shape 1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hape 1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/>
          <p:nvPr>
            <p:ph type="pic" sz="half" idx="13"/>
          </p:nvPr>
        </p:nvSpPr>
        <p:spPr>
          <a:xfrm>
            <a:off x="1606550" y="3378200"/>
            <a:ext cx="9779000" cy="59182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1" name="Shape 21"/>
          <p:cNvSpPr/>
          <p:nvPr>
            <p:ph type="title"/>
          </p:nvPr>
        </p:nvSpPr>
        <p:spPr>
          <a:xfrm>
            <a:off x="1270000" y="9461500"/>
            <a:ext cx="10464800" cy="1422400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Shape 22"/>
          <p:cNvSpPr/>
          <p:nvPr>
            <p:ph type="body" sz="quarter" idx="1"/>
          </p:nvPr>
        </p:nvSpPr>
        <p:spPr>
          <a:xfrm>
            <a:off x="1270000" y="10934700"/>
            <a:ext cx="10464800" cy="11303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hape 23"/>
          <p:cNvSpPr/>
          <p:nvPr>
            <p:ph type="sldNum" sz="quarter" idx="2"/>
          </p:nvPr>
        </p:nvSpPr>
        <p:spPr>
          <a:xfrm>
            <a:off x="6241186" y="11988800"/>
            <a:ext cx="509728" cy="5334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>
            <p:ph type="title"/>
          </p:nvPr>
        </p:nvSpPr>
        <p:spPr>
          <a:xfrm>
            <a:off x="1270000" y="5969000"/>
            <a:ext cx="10464800" cy="3302000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31" name="Shape 3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/>
          <p:nvPr>
            <p:ph type="pic" sz="half" idx="13"/>
          </p:nvPr>
        </p:nvSpPr>
        <p:spPr>
          <a:xfrm>
            <a:off x="6718300" y="3378200"/>
            <a:ext cx="5334000" cy="8229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9" name="Shape 39"/>
          <p:cNvSpPr/>
          <p:nvPr>
            <p:ph type="title"/>
          </p:nvPr>
        </p:nvSpPr>
        <p:spPr>
          <a:xfrm>
            <a:off x="952500" y="3378200"/>
            <a:ext cx="5334000" cy="3987800"/>
          </a:xfrm>
          <a:prstGeom prst="rect">
            <a:avLst/>
          </a:prstGeom>
        </p:spPr>
        <p:txBody>
          <a:bodyPr/>
          <a:lstStyle>
            <a:lvl1pPr>
              <a:defRPr sz="92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Shape 40"/>
          <p:cNvSpPr/>
          <p:nvPr>
            <p:ph type="body" sz="quarter" idx="1"/>
          </p:nvPr>
        </p:nvSpPr>
        <p:spPr>
          <a:xfrm>
            <a:off x="952500" y="7505700"/>
            <a:ext cx="5334000" cy="410210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hape 41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48"/>
          <p:cNvSpPr/>
          <p:nvPr>
            <p:ph type="title"/>
          </p:nvPr>
        </p:nvSpPr>
        <p:spPr>
          <a:xfrm>
            <a:off x="952500" y="3187700"/>
            <a:ext cx="11099800" cy="2159000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49" name="Shape 49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hape 56"/>
          <p:cNvSpPr/>
          <p:nvPr>
            <p:ph type="title"/>
          </p:nvPr>
        </p:nvSpPr>
        <p:spPr>
          <a:xfrm>
            <a:off x="952500" y="3187700"/>
            <a:ext cx="11099800" cy="2159000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57" name="Shape 57"/>
          <p:cNvSpPr/>
          <p:nvPr>
            <p:ph type="body" sz="half" idx="1"/>
          </p:nvPr>
        </p:nvSpPr>
        <p:spPr>
          <a:xfrm>
            <a:off x="952500" y="5346700"/>
            <a:ext cx="11099800" cy="6286500"/>
          </a:xfrm>
          <a:prstGeom prst="rect">
            <a:avLst/>
          </a:prstGeom>
        </p:spPr>
        <p:txBody>
          <a:bodyPr anchor="ctr"/>
          <a:lstStyle>
            <a:lvl1pPr marL="691444" indent="-691444" algn="l">
              <a:spcBef>
                <a:spcPts val="6500"/>
              </a:spcBef>
              <a:buSzPct val="75000"/>
              <a:buChar char="•"/>
              <a:defRPr sz="5600"/>
            </a:lvl1pPr>
            <a:lvl2pPr marL="1135944" indent="-691444" algn="l">
              <a:spcBef>
                <a:spcPts val="6500"/>
              </a:spcBef>
              <a:buSzPct val="75000"/>
              <a:buChar char="•"/>
              <a:defRPr sz="5600"/>
            </a:lvl2pPr>
            <a:lvl3pPr marL="1580444" indent="-691444" algn="l">
              <a:spcBef>
                <a:spcPts val="6500"/>
              </a:spcBef>
              <a:buSzPct val="75000"/>
              <a:buChar char="•"/>
              <a:defRPr sz="5600"/>
            </a:lvl3pPr>
            <a:lvl4pPr marL="2024944" indent="-691444" algn="l">
              <a:spcBef>
                <a:spcPts val="6500"/>
              </a:spcBef>
              <a:buSzPct val="75000"/>
              <a:buChar char="•"/>
              <a:defRPr sz="5600"/>
            </a:lvl4pPr>
            <a:lvl5pPr marL="2469444" indent="-691444" algn="l">
              <a:spcBef>
                <a:spcPts val="6500"/>
              </a:spcBef>
              <a:buSzPct val="75000"/>
              <a:buChar char="•"/>
              <a:defRPr sz="5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hape 5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>
            <p:ph type="pic" sz="quarter" idx="13"/>
          </p:nvPr>
        </p:nvSpPr>
        <p:spPr>
          <a:xfrm>
            <a:off x="6718300" y="5346700"/>
            <a:ext cx="5334000" cy="62865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6" name="Shape 66"/>
          <p:cNvSpPr/>
          <p:nvPr>
            <p:ph type="title"/>
          </p:nvPr>
        </p:nvSpPr>
        <p:spPr>
          <a:xfrm>
            <a:off x="952500" y="3187700"/>
            <a:ext cx="11099800" cy="2159000"/>
          </a:xfrm>
          <a:prstGeom prst="rect">
            <a:avLst/>
          </a:prstGeom>
        </p:spPr>
        <p:txBody>
          <a:bodyPr anchor="ctr"/>
          <a:lstStyle/>
          <a:p>
            <a:pPr/>
            <a:r>
              <a:t>Title Text</a:t>
            </a:r>
          </a:p>
        </p:txBody>
      </p:sp>
      <p:sp>
        <p:nvSpPr>
          <p:cNvPr id="67" name="Shape 67"/>
          <p:cNvSpPr/>
          <p:nvPr>
            <p:ph type="body" sz="quarter" idx="1"/>
          </p:nvPr>
        </p:nvSpPr>
        <p:spPr>
          <a:xfrm>
            <a:off x="952500" y="5346700"/>
            <a:ext cx="5334000" cy="6286500"/>
          </a:xfrm>
          <a:prstGeom prst="rect">
            <a:avLst/>
          </a:prstGeom>
        </p:spPr>
        <p:txBody>
          <a:bodyPr anchor="ctr"/>
          <a:lstStyle>
            <a:lvl1pPr marL="514350" indent="-514350" algn="l">
              <a:spcBef>
                <a:spcPts val="5000"/>
              </a:spcBef>
              <a:buSzPct val="75000"/>
              <a:buChar char="•"/>
              <a:defRPr sz="4200"/>
            </a:lvl1pPr>
            <a:lvl2pPr marL="857250" indent="-514350" algn="l">
              <a:spcBef>
                <a:spcPts val="5000"/>
              </a:spcBef>
              <a:buSzPct val="75000"/>
              <a:buChar char="•"/>
              <a:defRPr sz="4200"/>
            </a:lvl2pPr>
            <a:lvl3pPr marL="1200150" indent="-514350" algn="l">
              <a:spcBef>
                <a:spcPts val="5000"/>
              </a:spcBef>
              <a:buSzPct val="75000"/>
              <a:buChar char="•"/>
              <a:defRPr sz="4200"/>
            </a:lvl3pPr>
            <a:lvl4pPr marL="1543050" indent="-514350" algn="l">
              <a:spcBef>
                <a:spcPts val="5000"/>
              </a:spcBef>
              <a:buSzPct val="75000"/>
              <a:buChar char="•"/>
              <a:defRPr sz="4200"/>
            </a:lvl4pPr>
            <a:lvl5pPr marL="1885950" indent="-514350" algn="l">
              <a:spcBef>
                <a:spcPts val="5000"/>
              </a:spcBef>
              <a:buSzPct val="75000"/>
              <a:buChar char="•"/>
              <a:defRPr sz="4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hape 68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/>
          <p:nvPr>
            <p:ph type="body" idx="1"/>
          </p:nvPr>
        </p:nvSpPr>
        <p:spPr>
          <a:xfrm>
            <a:off x="952500" y="4013200"/>
            <a:ext cx="11099800" cy="7213600"/>
          </a:xfrm>
          <a:prstGeom prst="rect">
            <a:avLst/>
          </a:prstGeom>
        </p:spPr>
        <p:txBody>
          <a:bodyPr anchor="ctr"/>
          <a:lstStyle>
            <a:lvl1pPr marL="691444" indent="-691444" algn="l">
              <a:spcBef>
                <a:spcPts val="6500"/>
              </a:spcBef>
              <a:buSzPct val="75000"/>
              <a:buChar char="•"/>
              <a:defRPr sz="5600"/>
            </a:lvl1pPr>
            <a:lvl2pPr marL="1135944" indent="-691444" algn="l">
              <a:spcBef>
                <a:spcPts val="6500"/>
              </a:spcBef>
              <a:buSzPct val="75000"/>
              <a:buChar char="•"/>
              <a:defRPr sz="5600"/>
            </a:lvl2pPr>
            <a:lvl3pPr marL="1580444" indent="-691444" algn="l">
              <a:spcBef>
                <a:spcPts val="6500"/>
              </a:spcBef>
              <a:buSzPct val="75000"/>
              <a:buChar char="•"/>
              <a:defRPr sz="5600"/>
            </a:lvl3pPr>
            <a:lvl4pPr marL="2024944" indent="-691444" algn="l">
              <a:spcBef>
                <a:spcPts val="6500"/>
              </a:spcBef>
              <a:buSzPct val="75000"/>
              <a:buChar char="•"/>
              <a:defRPr sz="5600"/>
            </a:lvl4pPr>
            <a:lvl5pPr marL="2469444" indent="-691444" algn="l">
              <a:spcBef>
                <a:spcPts val="6500"/>
              </a:spcBef>
              <a:buSzPct val="75000"/>
              <a:buChar char="•"/>
              <a:defRPr sz="5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hape 7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/>
          <p:nvPr>
            <p:ph type="pic" sz="quarter" idx="13"/>
          </p:nvPr>
        </p:nvSpPr>
        <p:spPr>
          <a:xfrm>
            <a:off x="6718300" y="7835900"/>
            <a:ext cx="5334000" cy="3771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Shape 84"/>
          <p:cNvSpPr/>
          <p:nvPr>
            <p:ph type="pic" sz="quarter" idx="14"/>
          </p:nvPr>
        </p:nvSpPr>
        <p:spPr>
          <a:xfrm>
            <a:off x="6724518" y="3632200"/>
            <a:ext cx="5334001" cy="3771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5" name="Shape 85"/>
          <p:cNvSpPr/>
          <p:nvPr>
            <p:ph type="pic" sz="half" idx="15"/>
          </p:nvPr>
        </p:nvSpPr>
        <p:spPr>
          <a:xfrm>
            <a:off x="952500" y="3632200"/>
            <a:ext cx="5334000" cy="7975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6" name="Shape 86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93"/>
          <p:cNvSpPr/>
          <p:nvPr>
            <p:ph type="body" sz="quarter" idx="13"/>
          </p:nvPr>
        </p:nvSpPr>
        <p:spPr>
          <a:xfrm>
            <a:off x="1270000" y="9105900"/>
            <a:ext cx="10464800" cy="647700"/>
          </a:xfrm>
          <a:prstGeom prst="rect">
            <a:avLst/>
          </a:prstGeom>
        </p:spPr>
        <p:txBody>
          <a:bodyPr>
            <a:spAutoFit/>
          </a:bodyPr>
          <a:lstStyle>
            <a:lvl1pPr>
              <a:defRPr sz="3600"/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Shape 94"/>
          <p:cNvSpPr/>
          <p:nvPr>
            <p:ph type="body" sz="quarter" idx="14"/>
          </p:nvPr>
        </p:nvSpPr>
        <p:spPr>
          <a:xfrm>
            <a:off x="1270000" y="6858000"/>
            <a:ext cx="10464800" cy="990601"/>
          </a:xfrm>
          <a:prstGeom prst="rect">
            <a:avLst/>
          </a:prstGeom>
        </p:spPr>
        <p:txBody>
          <a:bodyPr anchor="ctr">
            <a:spAutoFit/>
          </a:bodyPr>
          <a:lstStyle>
            <a:lvl1pPr>
              <a:defRPr sz="5800"/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hape 95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/>
          <p:nvPr>
            <p:ph type="pic" idx="13"/>
          </p:nvPr>
        </p:nvSpPr>
        <p:spPr>
          <a:xfrm>
            <a:off x="0" y="2743200"/>
            <a:ext cx="13004800" cy="97536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3" name="Shape 103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>
            <p:ph type="title"/>
          </p:nvPr>
        </p:nvSpPr>
        <p:spPr>
          <a:xfrm>
            <a:off x="1270000" y="4381500"/>
            <a:ext cx="10464800" cy="330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b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Shape 3"/>
          <p:cNvSpPr/>
          <p:nvPr>
            <p:ph type="body" idx="1"/>
          </p:nvPr>
        </p:nvSpPr>
        <p:spPr>
          <a:xfrm>
            <a:off x="1270000" y="7772400"/>
            <a:ext cx="10464800" cy="1130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hape 4"/>
          <p:cNvSpPr/>
          <p:nvPr>
            <p:ph type="sldNum" sz="quarter" idx="2"/>
          </p:nvPr>
        </p:nvSpPr>
        <p:spPr>
          <a:xfrm>
            <a:off x="6241186" y="11995150"/>
            <a:ext cx="509728" cy="5334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>
              <a:defRPr sz="2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4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4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4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4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4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4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4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4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4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0" marR="0" indent="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5000" u="none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91281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800" u="none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Relationship Id="rId17" Type="http://schemas.openxmlformats.org/officeDocument/2006/relationships/image" Target="../media/image17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FRO_1.pdf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12365" y="6641482"/>
            <a:ext cx="2818952" cy="25649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" name="FRO_3.pdf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931217" y="6641482"/>
            <a:ext cx="2818952" cy="25649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" name="FRO_2.pdf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921791" y="6641482"/>
            <a:ext cx="2818952" cy="2564993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Shape 122"/>
          <p:cNvSpPr/>
          <p:nvPr/>
        </p:nvSpPr>
        <p:spPr>
          <a:xfrm>
            <a:off x="68129" y="6113978"/>
            <a:ext cx="415420" cy="46367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23" name="Shape 123"/>
          <p:cNvSpPr/>
          <p:nvPr/>
        </p:nvSpPr>
        <p:spPr>
          <a:xfrm rot="16200000">
            <a:off x="-194149" y="7450593"/>
            <a:ext cx="988843" cy="35276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FRO</a:t>
            </a:r>
          </a:p>
        </p:txBody>
      </p:sp>
      <p:sp>
        <p:nvSpPr>
          <p:cNvPr id="124" name="Shape 124"/>
          <p:cNvSpPr/>
          <p:nvPr/>
        </p:nvSpPr>
        <p:spPr>
          <a:xfrm rot="16200000">
            <a:off x="509648" y="8441526"/>
            <a:ext cx="342901" cy="4154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i="1" sz="2000">
                <a:solidFill>
                  <a:srgbClr val="A6AAA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P</a:t>
            </a:r>
          </a:p>
        </p:txBody>
      </p:sp>
      <p:pic>
        <p:nvPicPr>
          <p:cNvPr id="125" name="PAR_1.pdf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12365" y="9459647"/>
            <a:ext cx="2818952" cy="25649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PAR_3.pdf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931217" y="9459647"/>
            <a:ext cx="2818952" cy="25649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PAR_2.pdf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921791" y="9459647"/>
            <a:ext cx="2818952" cy="2564992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Shape 128"/>
          <p:cNvSpPr/>
          <p:nvPr/>
        </p:nvSpPr>
        <p:spPr>
          <a:xfrm rot="16200000">
            <a:off x="-194149" y="10264095"/>
            <a:ext cx="988843" cy="36208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PAR</a:t>
            </a:r>
          </a:p>
        </p:txBody>
      </p:sp>
      <p:pic>
        <p:nvPicPr>
          <p:cNvPr id="129" name="CA1_1.pdf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924162" y="12561198"/>
            <a:ext cx="2818951" cy="25649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0" name="CA1_3.pdf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6943013" y="12561198"/>
            <a:ext cx="2818952" cy="25649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CA1_2.pdf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3933587" y="12561198"/>
            <a:ext cx="2818952" cy="2564992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Shape 132"/>
          <p:cNvSpPr/>
          <p:nvPr/>
        </p:nvSpPr>
        <p:spPr>
          <a:xfrm rot="16200000">
            <a:off x="-182353" y="13365646"/>
            <a:ext cx="988843" cy="36208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CA1</a:t>
            </a:r>
          </a:p>
        </p:txBody>
      </p:sp>
      <p:sp>
        <p:nvSpPr>
          <p:cNvPr id="133" name="Shape 133"/>
          <p:cNvSpPr/>
          <p:nvPr/>
        </p:nvSpPr>
        <p:spPr>
          <a:xfrm>
            <a:off x="2262805" y="6168013"/>
            <a:ext cx="6453015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714375"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Ripple event-correlation with spindles in FRO recordings</a:t>
            </a:r>
          </a:p>
        </p:txBody>
      </p:sp>
      <p:sp>
        <p:nvSpPr>
          <p:cNvPr id="134" name="Shape 134"/>
          <p:cNvSpPr/>
          <p:nvPr/>
        </p:nvSpPr>
        <p:spPr>
          <a:xfrm>
            <a:off x="2262805" y="9035931"/>
            <a:ext cx="6420396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714375"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Ripple event-correlation with spindles in PAR recordings</a:t>
            </a:r>
          </a:p>
        </p:txBody>
      </p:sp>
      <p:sp>
        <p:nvSpPr>
          <p:cNvPr id="135" name="Shape 135"/>
          <p:cNvSpPr/>
          <p:nvPr/>
        </p:nvSpPr>
        <p:spPr>
          <a:xfrm>
            <a:off x="2279114" y="11962724"/>
            <a:ext cx="64109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 defTabSz="714375"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Ripple event-correlation with spindles in CA1 recordings</a:t>
            </a:r>
          </a:p>
        </p:txBody>
      </p:sp>
      <p:sp>
        <p:nvSpPr>
          <p:cNvPr id="136" name="Shape 136"/>
          <p:cNvSpPr/>
          <p:nvPr/>
        </p:nvSpPr>
        <p:spPr>
          <a:xfrm>
            <a:off x="9577436" y="6113978"/>
            <a:ext cx="415421" cy="46367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b="1" sz="2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D</a:t>
            </a:r>
          </a:p>
        </p:txBody>
      </p:sp>
      <p:pic>
        <p:nvPicPr>
          <p:cNvPr id="137" name="boxplot_FCtg_S5_FRO.png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9940642" y="6421993"/>
            <a:ext cx="3039177" cy="277356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boxplot_FCtg_S5_PAR.png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9940642" y="9224460"/>
            <a:ext cx="3039177" cy="27735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boxplot_FCtg_S5_CA1.png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9945303" y="12329239"/>
            <a:ext cx="3039177" cy="2773564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Shape 140"/>
          <p:cNvSpPr/>
          <p:nvPr/>
        </p:nvSpPr>
        <p:spPr>
          <a:xfrm rot="16200000">
            <a:off x="9031271" y="7527452"/>
            <a:ext cx="1858567" cy="56264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Ripple density (%)</a:t>
            </a:r>
          </a:p>
        </p:txBody>
      </p:sp>
      <p:grpSp>
        <p:nvGrpSpPr>
          <p:cNvPr id="145" name="Group 145"/>
          <p:cNvGrpSpPr/>
          <p:nvPr/>
        </p:nvGrpSpPr>
        <p:grpSpPr>
          <a:xfrm>
            <a:off x="10441859" y="8777465"/>
            <a:ext cx="2401420" cy="373902"/>
            <a:chOff x="164297" y="75889"/>
            <a:chExt cx="2401419" cy="373901"/>
          </a:xfrm>
        </p:grpSpPr>
        <p:sp>
          <p:nvSpPr>
            <p:cNvPr id="141" name="Shape 141"/>
            <p:cNvSpPr/>
            <p:nvPr/>
          </p:nvSpPr>
          <p:spPr>
            <a:xfrm>
              <a:off x="164297" y="75889"/>
              <a:ext cx="369524" cy="3739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2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IN</a:t>
              </a:r>
            </a:p>
          </p:txBody>
        </p:sp>
        <p:sp>
          <p:nvSpPr>
            <p:cNvPr id="142" name="Shape 142"/>
            <p:cNvSpPr/>
            <p:nvPr/>
          </p:nvSpPr>
          <p:spPr>
            <a:xfrm>
              <a:off x="602212" y="75889"/>
              <a:ext cx="643422" cy="3739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2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NO-IN</a:t>
              </a:r>
            </a:p>
          </p:txBody>
        </p:sp>
        <p:sp>
          <p:nvSpPr>
            <p:cNvPr id="143" name="Shape 143"/>
            <p:cNvSpPr/>
            <p:nvPr/>
          </p:nvSpPr>
          <p:spPr>
            <a:xfrm>
              <a:off x="1262636" y="75889"/>
              <a:ext cx="494945" cy="3739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2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OUT</a:t>
              </a:r>
            </a:p>
          </p:txBody>
        </p:sp>
        <p:sp>
          <p:nvSpPr>
            <p:cNvPr id="144" name="Shape 144"/>
            <p:cNvSpPr/>
            <p:nvPr/>
          </p:nvSpPr>
          <p:spPr>
            <a:xfrm>
              <a:off x="1760557" y="75889"/>
              <a:ext cx="805160" cy="3739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2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NO-OUT</a:t>
              </a:r>
            </a:p>
          </p:txBody>
        </p:sp>
      </p:grpSp>
      <p:sp>
        <p:nvSpPr>
          <p:cNvPr id="146" name="Shape 146"/>
          <p:cNvSpPr/>
          <p:nvPr/>
        </p:nvSpPr>
        <p:spPr>
          <a:xfrm>
            <a:off x="10092360" y="5938315"/>
            <a:ext cx="2810943" cy="71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714375">
              <a:defRPr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Ripple density at</a:t>
            </a:r>
          </a:p>
          <a:p>
            <a:pPr defTabSz="714375">
              <a:defRPr sz="2000">
                <a:latin typeface="Helvetica"/>
                <a:ea typeface="Helvetica"/>
                <a:cs typeface="Helvetica"/>
                <a:sym typeface="Helvetica"/>
              </a:defRPr>
            </a:pPr>
            <a:r>
              <a:t>FRO peaks and troughs</a:t>
            </a:r>
          </a:p>
        </p:txBody>
      </p:sp>
      <p:sp>
        <p:nvSpPr>
          <p:cNvPr id="147" name="Shape 147"/>
          <p:cNvSpPr/>
          <p:nvPr/>
        </p:nvSpPr>
        <p:spPr>
          <a:xfrm>
            <a:off x="10532333" y="9053247"/>
            <a:ext cx="1930997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714375"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Spindles in PAR</a:t>
            </a:r>
          </a:p>
        </p:txBody>
      </p:sp>
      <p:sp>
        <p:nvSpPr>
          <p:cNvPr id="148" name="Shape 148"/>
          <p:cNvSpPr/>
          <p:nvPr/>
        </p:nvSpPr>
        <p:spPr>
          <a:xfrm>
            <a:off x="10537046" y="11992379"/>
            <a:ext cx="192157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714375">
              <a:defRPr sz="2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Spindles in CA1</a:t>
            </a:r>
          </a:p>
        </p:txBody>
      </p:sp>
      <p:grpSp>
        <p:nvGrpSpPr>
          <p:cNvPr id="165" name="Group 165"/>
          <p:cNvGrpSpPr/>
          <p:nvPr/>
        </p:nvGrpSpPr>
        <p:grpSpPr>
          <a:xfrm>
            <a:off x="10399370" y="6682412"/>
            <a:ext cx="2196924" cy="135359"/>
            <a:chOff x="0" y="0"/>
            <a:chExt cx="2196922" cy="135358"/>
          </a:xfrm>
        </p:grpSpPr>
        <p:grpSp>
          <p:nvGrpSpPr>
            <p:cNvPr id="152" name="Group 152"/>
            <p:cNvGrpSpPr/>
            <p:nvPr/>
          </p:nvGrpSpPr>
          <p:grpSpPr>
            <a:xfrm>
              <a:off x="-1" y="-1"/>
              <a:ext cx="346031" cy="135360"/>
              <a:chOff x="0" y="0"/>
              <a:chExt cx="346029" cy="135358"/>
            </a:xfrm>
          </p:grpSpPr>
          <p:sp>
            <p:nvSpPr>
              <p:cNvPr id="149" name="Shape 149"/>
              <p:cNvSpPr/>
              <p:nvPr/>
            </p:nvSpPr>
            <p:spPr>
              <a:xfrm flipH="1" rot="10800000">
                <a:off x="0" y="8358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50" name="Shape 150"/>
              <p:cNvSpPr/>
              <p:nvPr/>
            </p:nvSpPr>
            <p:spPr>
              <a:xfrm flipH="1" rot="10800000">
                <a:off x="219029" y="8358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51" name="Shape 151"/>
              <p:cNvSpPr/>
              <p:nvPr/>
            </p:nvSpPr>
            <p:spPr>
              <a:xfrm flipH="1" rot="10800000">
                <a:off x="106876" y="-1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</p:grpSp>
        <p:grpSp>
          <p:nvGrpSpPr>
            <p:cNvPr id="156" name="Group 156"/>
            <p:cNvGrpSpPr/>
            <p:nvPr/>
          </p:nvGrpSpPr>
          <p:grpSpPr>
            <a:xfrm>
              <a:off x="587269" y="-1"/>
              <a:ext cx="346030" cy="135360"/>
              <a:chOff x="0" y="0"/>
              <a:chExt cx="346029" cy="135358"/>
            </a:xfrm>
          </p:grpSpPr>
          <p:sp>
            <p:nvSpPr>
              <p:cNvPr id="153" name="Shape 153"/>
              <p:cNvSpPr/>
              <p:nvPr/>
            </p:nvSpPr>
            <p:spPr>
              <a:xfrm flipH="1" rot="10800000">
                <a:off x="0" y="8358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54" name="Shape 154"/>
              <p:cNvSpPr/>
              <p:nvPr/>
            </p:nvSpPr>
            <p:spPr>
              <a:xfrm flipH="1" rot="10800000">
                <a:off x="219029" y="8358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55" name="Shape 155"/>
              <p:cNvSpPr/>
              <p:nvPr/>
            </p:nvSpPr>
            <p:spPr>
              <a:xfrm flipH="1" rot="10800000">
                <a:off x="106876" y="-1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</p:grpSp>
        <p:grpSp>
          <p:nvGrpSpPr>
            <p:cNvPr id="160" name="Group 160"/>
            <p:cNvGrpSpPr/>
            <p:nvPr/>
          </p:nvGrpSpPr>
          <p:grpSpPr>
            <a:xfrm>
              <a:off x="1174539" y="-1"/>
              <a:ext cx="346030" cy="135360"/>
              <a:chOff x="0" y="0"/>
              <a:chExt cx="346029" cy="135358"/>
            </a:xfrm>
          </p:grpSpPr>
          <p:sp>
            <p:nvSpPr>
              <p:cNvPr id="157" name="Shape 157"/>
              <p:cNvSpPr/>
              <p:nvPr/>
            </p:nvSpPr>
            <p:spPr>
              <a:xfrm flipH="1" rot="10800000">
                <a:off x="0" y="8358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58" name="Shape 158"/>
              <p:cNvSpPr/>
              <p:nvPr/>
            </p:nvSpPr>
            <p:spPr>
              <a:xfrm flipH="1" rot="10800000">
                <a:off x="219029" y="8358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59" name="Shape 159"/>
              <p:cNvSpPr/>
              <p:nvPr/>
            </p:nvSpPr>
            <p:spPr>
              <a:xfrm flipH="1" rot="10800000">
                <a:off x="106876" y="-1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</p:grpSp>
        <p:grpSp>
          <p:nvGrpSpPr>
            <p:cNvPr id="164" name="Group 164"/>
            <p:cNvGrpSpPr/>
            <p:nvPr/>
          </p:nvGrpSpPr>
          <p:grpSpPr>
            <a:xfrm>
              <a:off x="1850893" y="-1"/>
              <a:ext cx="346030" cy="135360"/>
              <a:chOff x="0" y="0"/>
              <a:chExt cx="346029" cy="135358"/>
            </a:xfrm>
          </p:grpSpPr>
          <p:sp>
            <p:nvSpPr>
              <p:cNvPr id="161" name="Shape 161"/>
              <p:cNvSpPr/>
              <p:nvPr/>
            </p:nvSpPr>
            <p:spPr>
              <a:xfrm flipH="1" rot="10800000">
                <a:off x="0" y="8358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62" name="Shape 162"/>
              <p:cNvSpPr/>
              <p:nvPr/>
            </p:nvSpPr>
            <p:spPr>
              <a:xfrm flipH="1" rot="10800000">
                <a:off x="219029" y="8358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63" name="Shape 163"/>
              <p:cNvSpPr/>
              <p:nvPr/>
            </p:nvSpPr>
            <p:spPr>
              <a:xfrm flipH="1" rot="10800000">
                <a:off x="106876" y="-1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182" name="Group 182"/>
          <p:cNvGrpSpPr/>
          <p:nvPr/>
        </p:nvGrpSpPr>
        <p:grpSpPr>
          <a:xfrm>
            <a:off x="10399370" y="9448675"/>
            <a:ext cx="2196924" cy="135360"/>
            <a:chOff x="0" y="0"/>
            <a:chExt cx="2196922" cy="135358"/>
          </a:xfrm>
        </p:grpSpPr>
        <p:grpSp>
          <p:nvGrpSpPr>
            <p:cNvPr id="169" name="Group 169"/>
            <p:cNvGrpSpPr/>
            <p:nvPr/>
          </p:nvGrpSpPr>
          <p:grpSpPr>
            <a:xfrm>
              <a:off x="-1" y="-1"/>
              <a:ext cx="346031" cy="135360"/>
              <a:chOff x="0" y="0"/>
              <a:chExt cx="346029" cy="135358"/>
            </a:xfrm>
          </p:grpSpPr>
          <p:sp>
            <p:nvSpPr>
              <p:cNvPr id="166" name="Shape 166"/>
              <p:cNvSpPr/>
              <p:nvPr/>
            </p:nvSpPr>
            <p:spPr>
              <a:xfrm flipH="1" rot="10800000">
                <a:off x="0" y="8358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67" name="Shape 167"/>
              <p:cNvSpPr/>
              <p:nvPr/>
            </p:nvSpPr>
            <p:spPr>
              <a:xfrm flipH="1" rot="10800000">
                <a:off x="219029" y="8358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68" name="Shape 168"/>
              <p:cNvSpPr/>
              <p:nvPr/>
            </p:nvSpPr>
            <p:spPr>
              <a:xfrm flipH="1" rot="10800000">
                <a:off x="106876" y="-1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</p:grpSp>
        <p:grpSp>
          <p:nvGrpSpPr>
            <p:cNvPr id="173" name="Group 173"/>
            <p:cNvGrpSpPr/>
            <p:nvPr/>
          </p:nvGrpSpPr>
          <p:grpSpPr>
            <a:xfrm>
              <a:off x="587269" y="-1"/>
              <a:ext cx="346030" cy="135360"/>
              <a:chOff x="0" y="0"/>
              <a:chExt cx="346029" cy="135358"/>
            </a:xfrm>
          </p:grpSpPr>
          <p:sp>
            <p:nvSpPr>
              <p:cNvPr id="170" name="Shape 170"/>
              <p:cNvSpPr/>
              <p:nvPr/>
            </p:nvSpPr>
            <p:spPr>
              <a:xfrm flipH="1" rot="10800000">
                <a:off x="0" y="8358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1" name="Shape 171"/>
              <p:cNvSpPr/>
              <p:nvPr/>
            </p:nvSpPr>
            <p:spPr>
              <a:xfrm flipH="1" rot="10800000">
                <a:off x="219029" y="8358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2" name="Shape 172"/>
              <p:cNvSpPr/>
              <p:nvPr/>
            </p:nvSpPr>
            <p:spPr>
              <a:xfrm flipH="1" rot="10800000">
                <a:off x="106876" y="-1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</p:grpSp>
        <p:grpSp>
          <p:nvGrpSpPr>
            <p:cNvPr id="177" name="Group 177"/>
            <p:cNvGrpSpPr/>
            <p:nvPr/>
          </p:nvGrpSpPr>
          <p:grpSpPr>
            <a:xfrm>
              <a:off x="1174539" y="-1"/>
              <a:ext cx="346030" cy="135360"/>
              <a:chOff x="0" y="0"/>
              <a:chExt cx="346029" cy="135358"/>
            </a:xfrm>
          </p:grpSpPr>
          <p:sp>
            <p:nvSpPr>
              <p:cNvPr id="174" name="Shape 174"/>
              <p:cNvSpPr/>
              <p:nvPr/>
            </p:nvSpPr>
            <p:spPr>
              <a:xfrm flipH="1" rot="10800000">
                <a:off x="0" y="8358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5" name="Shape 175"/>
              <p:cNvSpPr/>
              <p:nvPr/>
            </p:nvSpPr>
            <p:spPr>
              <a:xfrm flipH="1" rot="10800000">
                <a:off x="219029" y="8358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6" name="Shape 176"/>
              <p:cNvSpPr/>
              <p:nvPr/>
            </p:nvSpPr>
            <p:spPr>
              <a:xfrm flipH="1" rot="10800000">
                <a:off x="106876" y="-1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</p:grpSp>
        <p:grpSp>
          <p:nvGrpSpPr>
            <p:cNvPr id="181" name="Group 181"/>
            <p:cNvGrpSpPr/>
            <p:nvPr/>
          </p:nvGrpSpPr>
          <p:grpSpPr>
            <a:xfrm>
              <a:off x="1850893" y="-1"/>
              <a:ext cx="346030" cy="135360"/>
              <a:chOff x="0" y="0"/>
              <a:chExt cx="346029" cy="135358"/>
            </a:xfrm>
          </p:grpSpPr>
          <p:sp>
            <p:nvSpPr>
              <p:cNvPr id="178" name="Shape 178"/>
              <p:cNvSpPr/>
              <p:nvPr/>
            </p:nvSpPr>
            <p:spPr>
              <a:xfrm flipH="1" rot="10800000">
                <a:off x="0" y="8358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79" name="Shape 179"/>
              <p:cNvSpPr/>
              <p:nvPr/>
            </p:nvSpPr>
            <p:spPr>
              <a:xfrm flipH="1" rot="10800000">
                <a:off x="219029" y="8358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80" name="Shape 180"/>
              <p:cNvSpPr/>
              <p:nvPr/>
            </p:nvSpPr>
            <p:spPr>
              <a:xfrm flipH="1" rot="10800000">
                <a:off x="106876" y="-1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199" name="Group 199"/>
          <p:cNvGrpSpPr/>
          <p:nvPr/>
        </p:nvGrpSpPr>
        <p:grpSpPr>
          <a:xfrm>
            <a:off x="10399370" y="12394796"/>
            <a:ext cx="2196924" cy="135360"/>
            <a:chOff x="0" y="0"/>
            <a:chExt cx="2196922" cy="135358"/>
          </a:xfrm>
        </p:grpSpPr>
        <p:grpSp>
          <p:nvGrpSpPr>
            <p:cNvPr id="186" name="Group 186"/>
            <p:cNvGrpSpPr/>
            <p:nvPr/>
          </p:nvGrpSpPr>
          <p:grpSpPr>
            <a:xfrm>
              <a:off x="-1" y="-1"/>
              <a:ext cx="346031" cy="135360"/>
              <a:chOff x="0" y="0"/>
              <a:chExt cx="346029" cy="135358"/>
            </a:xfrm>
          </p:grpSpPr>
          <p:sp>
            <p:nvSpPr>
              <p:cNvPr id="183" name="Shape 183"/>
              <p:cNvSpPr/>
              <p:nvPr/>
            </p:nvSpPr>
            <p:spPr>
              <a:xfrm flipH="1" rot="10800000">
                <a:off x="0" y="8358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84" name="Shape 184"/>
              <p:cNvSpPr/>
              <p:nvPr/>
            </p:nvSpPr>
            <p:spPr>
              <a:xfrm flipH="1" rot="10800000">
                <a:off x="219029" y="8358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85" name="Shape 185"/>
              <p:cNvSpPr/>
              <p:nvPr/>
            </p:nvSpPr>
            <p:spPr>
              <a:xfrm flipH="1" rot="10800000">
                <a:off x="106876" y="-1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</p:grpSp>
        <p:grpSp>
          <p:nvGrpSpPr>
            <p:cNvPr id="190" name="Group 190"/>
            <p:cNvGrpSpPr/>
            <p:nvPr/>
          </p:nvGrpSpPr>
          <p:grpSpPr>
            <a:xfrm>
              <a:off x="587269" y="-1"/>
              <a:ext cx="346030" cy="135360"/>
              <a:chOff x="0" y="0"/>
              <a:chExt cx="346029" cy="135358"/>
            </a:xfrm>
          </p:grpSpPr>
          <p:sp>
            <p:nvSpPr>
              <p:cNvPr id="187" name="Shape 187"/>
              <p:cNvSpPr/>
              <p:nvPr/>
            </p:nvSpPr>
            <p:spPr>
              <a:xfrm flipH="1" rot="10800000">
                <a:off x="0" y="8358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88" name="Shape 188"/>
              <p:cNvSpPr/>
              <p:nvPr/>
            </p:nvSpPr>
            <p:spPr>
              <a:xfrm flipH="1" rot="10800000">
                <a:off x="219029" y="8358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89" name="Shape 189"/>
              <p:cNvSpPr/>
              <p:nvPr/>
            </p:nvSpPr>
            <p:spPr>
              <a:xfrm flipH="1" rot="10800000">
                <a:off x="106876" y="-1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</p:grpSp>
        <p:grpSp>
          <p:nvGrpSpPr>
            <p:cNvPr id="194" name="Group 194"/>
            <p:cNvGrpSpPr/>
            <p:nvPr/>
          </p:nvGrpSpPr>
          <p:grpSpPr>
            <a:xfrm>
              <a:off x="1174539" y="-1"/>
              <a:ext cx="346030" cy="135360"/>
              <a:chOff x="0" y="0"/>
              <a:chExt cx="346029" cy="135358"/>
            </a:xfrm>
          </p:grpSpPr>
          <p:sp>
            <p:nvSpPr>
              <p:cNvPr id="191" name="Shape 191"/>
              <p:cNvSpPr/>
              <p:nvPr/>
            </p:nvSpPr>
            <p:spPr>
              <a:xfrm flipH="1" rot="10800000">
                <a:off x="0" y="8358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92" name="Shape 192"/>
              <p:cNvSpPr/>
              <p:nvPr/>
            </p:nvSpPr>
            <p:spPr>
              <a:xfrm flipH="1" rot="10800000">
                <a:off x="219029" y="8358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93" name="Shape 193"/>
              <p:cNvSpPr/>
              <p:nvPr/>
            </p:nvSpPr>
            <p:spPr>
              <a:xfrm flipH="1" rot="10800000">
                <a:off x="106876" y="-1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</p:grpSp>
        <p:grpSp>
          <p:nvGrpSpPr>
            <p:cNvPr id="198" name="Group 198"/>
            <p:cNvGrpSpPr/>
            <p:nvPr/>
          </p:nvGrpSpPr>
          <p:grpSpPr>
            <a:xfrm>
              <a:off x="1850893" y="-1"/>
              <a:ext cx="346030" cy="135360"/>
              <a:chOff x="0" y="0"/>
              <a:chExt cx="346029" cy="135358"/>
            </a:xfrm>
          </p:grpSpPr>
          <p:sp>
            <p:nvSpPr>
              <p:cNvPr id="195" name="Shape 195"/>
              <p:cNvSpPr/>
              <p:nvPr/>
            </p:nvSpPr>
            <p:spPr>
              <a:xfrm flipH="1" rot="10800000">
                <a:off x="0" y="8358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96" name="Shape 196"/>
              <p:cNvSpPr/>
              <p:nvPr/>
            </p:nvSpPr>
            <p:spPr>
              <a:xfrm flipH="1" rot="10800000">
                <a:off x="219029" y="8358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  <p:sp>
            <p:nvSpPr>
              <p:cNvPr id="197" name="Shape 197"/>
              <p:cNvSpPr/>
              <p:nvPr/>
            </p:nvSpPr>
            <p:spPr>
              <a:xfrm flipH="1" rot="10800000">
                <a:off x="106876" y="-1"/>
                <a:ext cx="127001" cy="12700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fill="norm" stroke="1" extrusionOk="0">
                    <a:moveTo>
                      <a:pt x="10800" y="0"/>
                    </a:moveTo>
                    <a:lnTo>
                      <a:pt x="21600" y="21600"/>
                    </a:lnTo>
                    <a:lnTo>
                      <a:pt x="0" y="2160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50800" tIns="50800" rIns="50800" bIns="50800" numCol="1" anchor="ctr">
                <a:noAutofit/>
              </a:bodyPr>
              <a:lstStyle/>
              <a:p>
                <a:pPr>
                  <a:defRPr sz="3600">
                    <a:solidFill>
                      <a:srgbClr val="FFFFFF"/>
                    </a:solidFill>
                  </a:defRPr>
                </a:pPr>
              </a:p>
            </p:txBody>
          </p:sp>
        </p:grpSp>
      </p:grpSp>
      <p:grpSp>
        <p:nvGrpSpPr>
          <p:cNvPr id="204" name="Group 204"/>
          <p:cNvGrpSpPr/>
          <p:nvPr/>
        </p:nvGrpSpPr>
        <p:grpSpPr>
          <a:xfrm>
            <a:off x="10441859" y="11580703"/>
            <a:ext cx="2401420" cy="373903"/>
            <a:chOff x="164297" y="75889"/>
            <a:chExt cx="2401419" cy="373901"/>
          </a:xfrm>
        </p:grpSpPr>
        <p:sp>
          <p:nvSpPr>
            <p:cNvPr id="200" name="Shape 200"/>
            <p:cNvSpPr/>
            <p:nvPr/>
          </p:nvSpPr>
          <p:spPr>
            <a:xfrm>
              <a:off x="164297" y="75889"/>
              <a:ext cx="369524" cy="3739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2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IN</a:t>
              </a:r>
            </a:p>
          </p:txBody>
        </p:sp>
        <p:sp>
          <p:nvSpPr>
            <p:cNvPr id="201" name="Shape 201"/>
            <p:cNvSpPr/>
            <p:nvPr/>
          </p:nvSpPr>
          <p:spPr>
            <a:xfrm>
              <a:off x="602212" y="75889"/>
              <a:ext cx="643422" cy="3739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2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NO-IN</a:t>
              </a:r>
            </a:p>
          </p:txBody>
        </p:sp>
        <p:sp>
          <p:nvSpPr>
            <p:cNvPr id="202" name="Shape 202"/>
            <p:cNvSpPr/>
            <p:nvPr/>
          </p:nvSpPr>
          <p:spPr>
            <a:xfrm>
              <a:off x="1262636" y="75889"/>
              <a:ext cx="494945" cy="3739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2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OUT</a:t>
              </a:r>
            </a:p>
          </p:txBody>
        </p:sp>
        <p:sp>
          <p:nvSpPr>
            <p:cNvPr id="203" name="Shape 203"/>
            <p:cNvSpPr/>
            <p:nvPr/>
          </p:nvSpPr>
          <p:spPr>
            <a:xfrm>
              <a:off x="1760557" y="75889"/>
              <a:ext cx="805160" cy="3739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2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NO-OUT</a:t>
              </a:r>
            </a:p>
          </p:txBody>
        </p:sp>
      </p:grpSp>
      <p:grpSp>
        <p:nvGrpSpPr>
          <p:cNvPr id="209" name="Group 209"/>
          <p:cNvGrpSpPr/>
          <p:nvPr/>
        </p:nvGrpSpPr>
        <p:grpSpPr>
          <a:xfrm>
            <a:off x="10441859" y="14673119"/>
            <a:ext cx="2401420" cy="373902"/>
            <a:chOff x="164297" y="75889"/>
            <a:chExt cx="2401419" cy="373901"/>
          </a:xfrm>
        </p:grpSpPr>
        <p:sp>
          <p:nvSpPr>
            <p:cNvPr id="205" name="Shape 205"/>
            <p:cNvSpPr/>
            <p:nvPr/>
          </p:nvSpPr>
          <p:spPr>
            <a:xfrm>
              <a:off x="164297" y="75889"/>
              <a:ext cx="369524" cy="3739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2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IN</a:t>
              </a:r>
            </a:p>
          </p:txBody>
        </p:sp>
        <p:sp>
          <p:nvSpPr>
            <p:cNvPr id="206" name="Shape 206"/>
            <p:cNvSpPr/>
            <p:nvPr/>
          </p:nvSpPr>
          <p:spPr>
            <a:xfrm>
              <a:off x="602212" y="75889"/>
              <a:ext cx="643422" cy="3739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2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NO-IN</a:t>
              </a:r>
            </a:p>
          </p:txBody>
        </p:sp>
        <p:sp>
          <p:nvSpPr>
            <p:cNvPr id="207" name="Shape 207"/>
            <p:cNvSpPr/>
            <p:nvPr/>
          </p:nvSpPr>
          <p:spPr>
            <a:xfrm>
              <a:off x="1262636" y="75889"/>
              <a:ext cx="494945" cy="3739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2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OUT</a:t>
              </a:r>
            </a:p>
          </p:txBody>
        </p:sp>
        <p:sp>
          <p:nvSpPr>
            <p:cNvPr id="208" name="Shape 208"/>
            <p:cNvSpPr/>
            <p:nvPr/>
          </p:nvSpPr>
          <p:spPr>
            <a:xfrm>
              <a:off x="1760557" y="75889"/>
              <a:ext cx="805160" cy="3739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12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NO-OUT</a:t>
              </a:r>
            </a:p>
          </p:txBody>
        </p:sp>
      </p:grpSp>
      <p:grpSp>
        <p:nvGrpSpPr>
          <p:cNvPr id="215" name="Group 215"/>
          <p:cNvGrpSpPr/>
          <p:nvPr/>
        </p:nvGrpSpPr>
        <p:grpSpPr>
          <a:xfrm>
            <a:off x="10359687" y="10382701"/>
            <a:ext cx="552679" cy="458802"/>
            <a:chOff x="0" y="0"/>
            <a:chExt cx="552678" cy="458801"/>
          </a:xfrm>
        </p:grpSpPr>
        <p:sp>
          <p:nvSpPr>
            <p:cNvPr id="210" name="Shape 210"/>
            <p:cNvSpPr/>
            <p:nvPr/>
          </p:nvSpPr>
          <p:spPr>
            <a:xfrm>
              <a:off x="106982" y="303005"/>
              <a:ext cx="155560" cy="122659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1" name="Shape 211"/>
            <p:cNvSpPr/>
            <p:nvPr/>
          </p:nvSpPr>
          <p:spPr>
            <a:xfrm>
              <a:off x="290137" y="303005"/>
              <a:ext cx="155559" cy="122659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2" name="Shape 212"/>
            <p:cNvSpPr/>
            <p:nvPr/>
          </p:nvSpPr>
          <p:spPr>
            <a:xfrm>
              <a:off x="87220" y="420701"/>
              <a:ext cx="415420" cy="1"/>
            </a:xfrm>
            <a:prstGeom prst="line">
              <a:avLst/>
            </a:prstGeom>
            <a:noFill/>
            <a:ln w="381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/>
              </a:pPr>
            </a:p>
          </p:txBody>
        </p:sp>
        <p:sp>
          <p:nvSpPr>
            <p:cNvPr id="213" name="Shape 213"/>
            <p:cNvSpPr/>
            <p:nvPr/>
          </p:nvSpPr>
          <p:spPr>
            <a:xfrm>
              <a:off x="0" y="84899"/>
              <a:ext cx="369524" cy="3739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0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**</a:t>
              </a:r>
            </a:p>
          </p:txBody>
        </p:sp>
        <p:sp>
          <p:nvSpPr>
            <p:cNvPr id="214" name="Shape 214"/>
            <p:cNvSpPr/>
            <p:nvPr/>
          </p:nvSpPr>
          <p:spPr>
            <a:xfrm>
              <a:off x="183154" y="0"/>
              <a:ext cx="369525" cy="373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0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**</a:t>
              </a:r>
            </a:p>
          </p:txBody>
        </p:sp>
      </p:grpSp>
      <p:grpSp>
        <p:nvGrpSpPr>
          <p:cNvPr id="221" name="Group 221"/>
          <p:cNvGrpSpPr/>
          <p:nvPr/>
        </p:nvGrpSpPr>
        <p:grpSpPr>
          <a:xfrm>
            <a:off x="10886455" y="10052501"/>
            <a:ext cx="634516" cy="458802"/>
            <a:chOff x="-38906" y="0"/>
            <a:chExt cx="634514" cy="458801"/>
          </a:xfrm>
        </p:grpSpPr>
        <p:sp>
          <p:nvSpPr>
            <p:cNvPr id="216" name="Shape 216"/>
            <p:cNvSpPr/>
            <p:nvPr/>
          </p:nvSpPr>
          <p:spPr>
            <a:xfrm>
              <a:off x="106982" y="303005"/>
              <a:ext cx="155560" cy="122659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7" name="Shape 217"/>
            <p:cNvSpPr/>
            <p:nvPr/>
          </p:nvSpPr>
          <p:spPr>
            <a:xfrm>
              <a:off x="290137" y="303005"/>
              <a:ext cx="155559" cy="122659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18" name="Shape 218"/>
            <p:cNvSpPr/>
            <p:nvPr/>
          </p:nvSpPr>
          <p:spPr>
            <a:xfrm>
              <a:off x="87220" y="420701"/>
              <a:ext cx="415420" cy="1"/>
            </a:xfrm>
            <a:prstGeom prst="line">
              <a:avLst/>
            </a:prstGeom>
            <a:noFill/>
            <a:ln w="381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/>
              </a:pPr>
            </a:p>
          </p:txBody>
        </p:sp>
        <p:sp>
          <p:nvSpPr>
            <p:cNvPr id="219" name="Shape 219"/>
            <p:cNvSpPr/>
            <p:nvPr/>
          </p:nvSpPr>
          <p:spPr>
            <a:xfrm>
              <a:off x="-38907" y="84899"/>
              <a:ext cx="408431" cy="3739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0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***</a:t>
              </a:r>
            </a:p>
          </p:txBody>
        </p:sp>
        <p:sp>
          <p:nvSpPr>
            <p:cNvPr id="220" name="Shape 220"/>
            <p:cNvSpPr/>
            <p:nvPr/>
          </p:nvSpPr>
          <p:spPr>
            <a:xfrm>
              <a:off x="183154" y="0"/>
              <a:ext cx="412455" cy="373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0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***</a:t>
              </a:r>
            </a:p>
          </p:txBody>
        </p:sp>
      </p:grpSp>
      <p:grpSp>
        <p:nvGrpSpPr>
          <p:cNvPr id="227" name="Group 227"/>
          <p:cNvGrpSpPr/>
          <p:nvPr/>
        </p:nvGrpSpPr>
        <p:grpSpPr>
          <a:xfrm>
            <a:off x="11486609" y="10293801"/>
            <a:ext cx="637695" cy="458802"/>
            <a:chOff x="-42527" y="0"/>
            <a:chExt cx="637693" cy="458801"/>
          </a:xfrm>
        </p:grpSpPr>
        <p:sp>
          <p:nvSpPr>
            <p:cNvPr id="222" name="Shape 222"/>
            <p:cNvSpPr/>
            <p:nvPr/>
          </p:nvSpPr>
          <p:spPr>
            <a:xfrm>
              <a:off x="106982" y="303005"/>
              <a:ext cx="155560" cy="122659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3" name="Shape 223"/>
            <p:cNvSpPr/>
            <p:nvPr/>
          </p:nvSpPr>
          <p:spPr>
            <a:xfrm>
              <a:off x="290137" y="303005"/>
              <a:ext cx="155559" cy="122659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4" name="Shape 224"/>
            <p:cNvSpPr/>
            <p:nvPr/>
          </p:nvSpPr>
          <p:spPr>
            <a:xfrm>
              <a:off x="87220" y="420701"/>
              <a:ext cx="415420" cy="1"/>
            </a:xfrm>
            <a:prstGeom prst="line">
              <a:avLst/>
            </a:prstGeom>
            <a:noFill/>
            <a:ln w="381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/>
              </a:pPr>
            </a:p>
          </p:txBody>
        </p:sp>
        <p:sp>
          <p:nvSpPr>
            <p:cNvPr id="225" name="Shape 225"/>
            <p:cNvSpPr/>
            <p:nvPr/>
          </p:nvSpPr>
          <p:spPr>
            <a:xfrm>
              <a:off x="-42528" y="84899"/>
              <a:ext cx="412052" cy="3739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0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***</a:t>
              </a:r>
            </a:p>
          </p:txBody>
        </p:sp>
        <p:sp>
          <p:nvSpPr>
            <p:cNvPr id="226" name="Shape 226"/>
            <p:cNvSpPr/>
            <p:nvPr/>
          </p:nvSpPr>
          <p:spPr>
            <a:xfrm>
              <a:off x="183154" y="0"/>
              <a:ext cx="412012" cy="373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0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***</a:t>
              </a:r>
            </a:p>
          </p:txBody>
        </p:sp>
      </p:grpSp>
      <p:grpSp>
        <p:nvGrpSpPr>
          <p:cNvPr id="233" name="Group 233"/>
          <p:cNvGrpSpPr/>
          <p:nvPr/>
        </p:nvGrpSpPr>
        <p:grpSpPr>
          <a:xfrm>
            <a:off x="12051143" y="10141401"/>
            <a:ext cx="638097" cy="458802"/>
            <a:chOff x="-56368" y="0"/>
            <a:chExt cx="638095" cy="458801"/>
          </a:xfrm>
        </p:grpSpPr>
        <p:sp>
          <p:nvSpPr>
            <p:cNvPr id="228" name="Shape 228"/>
            <p:cNvSpPr/>
            <p:nvPr/>
          </p:nvSpPr>
          <p:spPr>
            <a:xfrm>
              <a:off x="106982" y="303005"/>
              <a:ext cx="155560" cy="122659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29" name="Shape 229"/>
            <p:cNvSpPr/>
            <p:nvPr/>
          </p:nvSpPr>
          <p:spPr>
            <a:xfrm>
              <a:off x="290137" y="303005"/>
              <a:ext cx="155559" cy="122659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0" name="Shape 230"/>
            <p:cNvSpPr/>
            <p:nvPr/>
          </p:nvSpPr>
          <p:spPr>
            <a:xfrm>
              <a:off x="87220" y="420701"/>
              <a:ext cx="415420" cy="1"/>
            </a:xfrm>
            <a:prstGeom prst="line">
              <a:avLst/>
            </a:prstGeom>
            <a:noFill/>
            <a:ln w="381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/>
              </a:pPr>
            </a:p>
          </p:txBody>
        </p:sp>
        <p:sp>
          <p:nvSpPr>
            <p:cNvPr id="231" name="Shape 231"/>
            <p:cNvSpPr/>
            <p:nvPr/>
          </p:nvSpPr>
          <p:spPr>
            <a:xfrm>
              <a:off x="-56369" y="84899"/>
              <a:ext cx="425893" cy="3739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0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***</a:t>
              </a:r>
            </a:p>
          </p:txBody>
        </p:sp>
        <p:sp>
          <p:nvSpPr>
            <p:cNvPr id="232" name="Shape 232"/>
            <p:cNvSpPr/>
            <p:nvPr/>
          </p:nvSpPr>
          <p:spPr>
            <a:xfrm>
              <a:off x="183154" y="0"/>
              <a:ext cx="398574" cy="373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0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***</a:t>
              </a:r>
            </a:p>
          </p:txBody>
        </p:sp>
      </p:grpSp>
      <p:grpSp>
        <p:nvGrpSpPr>
          <p:cNvPr id="239" name="Group 239"/>
          <p:cNvGrpSpPr/>
          <p:nvPr/>
        </p:nvGrpSpPr>
        <p:grpSpPr>
          <a:xfrm>
            <a:off x="10360280" y="13156796"/>
            <a:ext cx="552679" cy="458803"/>
            <a:chOff x="0" y="0"/>
            <a:chExt cx="552678" cy="458801"/>
          </a:xfrm>
        </p:grpSpPr>
        <p:sp>
          <p:nvSpPr>
            <p:cNvPr id="234" name="Shape 234"/>
            <p:cNvSpPr/>
            <p:nvPr/>
          </p:nvSpPr>
          <p:spPr>
            <a:xfrm>
              <a:off x="106982" y="303005"/>
              <a:ext cx="155560" cy="122659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5" name="Shape 235"/>
            <p:cNvSpPr/>
            <p:nvPr/>
          </p:nvSpPr>
          <p:spPr>
            <a:xfrm>
              <a:off x="290137" y="303005"/>
              <a:ext cx="155559" cy="122659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36" name="Shape 236"/>
            <p:cNvSpPr/>
            <p:nvPr/>
          </p:nvSpPr>
          <p:spPr>
            <a:xfrm>
              <a:off x="87220" y="420701"/>
              <a:ext cx="415420" cy="1"/>
            </a:xfrm>
            <a:prstGeom prst="line">
              <a:avLst/>
            </a:prstGeom>
            <a:noFill/>
            <a:ln w="381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/>
              </a:pPr>
            </a:p>
          </p:txBody>
        </p:sp>
        <p:sp>
          <p:nvSpPr>
            <p:cNvPr id="237" name="Shape 237"/>
            <p:cNvSpPr/>
            <p:nvPr/>
          </p:nvSpPr>
          <p:spPr>
            <a:xfrm>
              <a:off x="0" y="84899"/>
              <a:ext cx="369524" cy="3739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0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**</a:t>
              </a:r>
            </a:p>
          </p:txBody>
        </p:sp>
        <p:sp>
          <p:nvSpPr>
            <p:cNvPr id="238" name="Shape 238"/>
            <p:cNvSpPr/>
            <p:nvPr/>
          </p:nvSpPr>
          <p:spPr>
            <a:xfrm>
              <a:off x="183154" y="0"/>
              <a:ext cx="369525" cy="373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0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**</a:t>
              </a:r>
            </a:p>
          </p:txBody>
        </p:sp>
      </p:grpSp>
      <p:grpSp>
        <p:nvGrpSpPr>
          <p:cNvPr id="245" name="Group 245"/>
          <p:cNvGrpSpPr/>
          <p:nvPr/>
        </p:nvGrpSpPr>
        <p:grpSpPr>
          <a:xfrm>
            <a:off x="10858067" y="12441597"/>
            <a:ext cx="730578" cy="373902"/>
            <a:chOff x="-93287" y="84899"/>
            <a:chExt cx="730576" cy="373901"/>
          </a:xfrm>
        </p:grpSpPr>
        <p:sp>
          <p:nvSpPr>
            <p:cNvPr id="240" name="Shape 240"/>
            <p:cNvSpPr/>
            <p:nvPr/>
          </p:nvSpPr>
          <p:spPr>
            <a:xfrm>
              <a:off x="106982" y="303005"/>
              <a:ext cx="155560" cy="122659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1" name="Shape 241"/>
            <p:cNvSpPr/>
            <p:nvPr/>
          </p:nvSpPr>
          <p:spPr>
            <a:xfrm>
              <a:off x="290137" y="303005"/>
              <a:ext cx="155559" cy="122659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2" name="Shape 242"/>
            <p:cNvSpPr/>
            <p:nvPr/>
          </p:nvSpPr>
          <p:spPr>
            <a:xfrm>
              <a:off x="87220" y="420701"/>
              <a:ext cx="415420" cy="1"/>
            </a:xfrm>
            <a:prstGeom prst="line">
              <a:avLst/>
            </a:prstGeom>
            <a:noFill/>
            <a:ln w="381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/>
              </a:pPr>
            </a:p>
          </p:txBody>
        </p:sp>
        <p:sp>
          <p:nvSpPr>
            <p:cNvPr id="243" name="Shape 243"/>
            <p:cNvSpPr/>
            <p:nvPr/>
          </p:nvSpPr>
          <p:spPr>
            <a:xfrm>
              <a:off x="-93288" y="84899"/>
              <a:ext cx="412012" cy="3739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0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***</a:t>
              </a:r>
            </a:p>
          </p:txBody>
        </p:sp>
        <p:sp>
          <p:nvSpPr>
            <p:cNvPr id="244" name="Shape 244"/>
            <p:cNvSpPr/>
            <p:nvPr/>
          </p:nvSpPr>
          <p:spPr>
            <a:xfrm>
              <a:off x="221254" y="84899"/>
              <a:ext cx="416036" cy="3739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0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***</a:t>
              </a:r>
            </a:p>
          </p:txBody>
        </p:sp>
      </p:grpSp>
      <p:grpSp>
        <p:nvGrpSpPr>
          <p:cNvPr id="251" name="Group 251"/>
          <p:cNvGrpSpPr/>
          <p:nvPr/>
        </p:nvGrpSpPr>
        <p:grpSpPr>
          <a:xfrm>
            <a:off x="11462619" y="13537796"/>
            <a:ext cx="676561" cy="458803"/>
            <a:chOff x="-67111" y="0"/>
            <a:chExt cx="676559" cy="458801"/>
          </a:xfrm>
        </p:grpSpPr>
        <p:sp>
          <p:nvSpPr>
            <p:cNvPr id="246" name="Shape 246"/>
            <p:cNvSpPr/>
            <p:nvPr/>
          </p:nvSpPr>
          <p:spPr>
            <a:xfrm>
              <a:off x="106982" y="303005"/>
              <a:ext cx="155560" cy="122659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7" name="Shape 247"/>
            <p:cNvSpPr/>
            <p:nvPr/>
          </p:nvSpPr>
          <p:spPr>
            <a:xfrm>
              <a:off x="290137" y="303005"/>
              <a:ext cx="155559" cy="122659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48" name="Shape 248"/>
            <p:cNvSpPr/>
            <p:nvPr/>
          </p:nvSpPr>
          <p:spPr>
            <a:xfrm>
              <a:off x="87220" y="420701"/>
              <a:ext cx="415420" cy="1"/>
            </a:xfrm>
            <a:prstGeom prst="line">
              <a:avLst/>
            </a:prstGeom>
            <a:noFill/>
            <a:ln w="381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/>
              </a:pPr>
            </a:p>
          </p:txBody>
        </p:sp>
        <p:sp>
          <p:nvSpPr>
            <p:cNvPr id="249" name="Shape 249"/>
            <p:cNvSpPr/>
            <p:nvPr/>
          </p:nvSpPr>
          <p:spPr>
            <a:xfrm>
              <a:off x="-67112" y="84899"/>
              <a:ext cx="436636" cy="3739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0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***</a:t>
              </a:r>
            </a:p>
          </p:txBody>
        </p:sp>
        <p:sp>
          <p:nvSpPr>
            <p:cNvPr id="250" name="Shape 250"/>
            <p:cNvSpPr/>
            <p:nvPr/>
          </p:nvSpPr>
          <p:spPr>
            <a:xfrm>
              <a:off x="183154" y="0"/>
              <a:ext cx="426295" cy="373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0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***</a:t>
              </a:r>
            </a:p>
          </p:txBody>
        </p:sp>
      </p:grpSp>
      <p:grpSp>
        <p:nvGrpSpPr>
          <p:cNvPr id="257" name="Group 257"/>
          <p:cNvGrpSpPr/>
          <p:nvPr/>
        </p:nvGrpSpPr>
        <p:grpSpPr>
          <a:xfrm>
            <a:off x="12071155" y="12648797"/>
            <a:ext cx="644816" cy="458802"/>
            <a:chOff x="-49649" y="0"/>
            <a:chExt cx="644814" cy="458801"/>
          </a:xfrm>
        </p:grpSpPr>
        <p:sp>
          <p:nvSpPr>
            <p:cNvPr id="252" name="Shape 252"/>
            <p:cNvSpPr/>
            <p:nvPr/>
          </p:nvSpPr>
          <p:spPr>
            <a:xfrm>
              <a:off x="106982" y="303005"/>
              <a:ext cx="155560" cy="122659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3" name="Shape 253"/>
            <p:cNvSpPr/>
            <p:nvPr/>
          </p:nvSpPr>
          <p:spPr>
            <a:xfrm>
              <a:off x="290137" y="303005"/>
              <a:ext cx="155559" cy="122659"/>
            </a:xfrm>
            <a:prstGeom prst="rect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>
                  <a:solidFill>
                    <a:srgbClr val="FFFFFF"/>
                  </a:solidFill>
                </a:defRPr>
              </a:pPr>
            </a:p>
          </p:txBody>
        </p:sp>
        <p:sp>
          <p:nvSpPr>
            <p:cNvPr id="254" name="Shape 254"/>
            <p:cNvSpPr/>
            <p:nvPr/>
          </p:nvSpPr>
          <p:spPr>
            <a:xfrm>
              <a:off x="87220" y="420701"/>
              <a:ext cx="415420" cy="1"/>
            </a:xfrm>
            <a:prstGeom prst="line">
              <a:avLst/>
            </a:prstGeom>
            <a:noFill/>
            <a:ln w="381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3600"/>
              </a:pPr>
            </a:p>
          </p:txBody>
        </p:sp>
        <p:sp>
          <p:nvSpPr>
            <p:cNvPr id="255" name="Shape 255"/>
            <p:cNvSpPr/>
            <p:nvPr/>
          </p:nvSpPr>
          <p:spPr>
            <a:xfrm>
              <a:off x="-49650" y="84899"/>
              <a:ext cx="419174" cy="37390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0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***</a:t>
              </a:r>
            </a:p>
          </p:txBody>
        </p:sp>
        <p:sp>
          <p:nvSpPr>
            <p:cNvPr id="256" name="Shape 256"/>
            <p:cNvSpPr/>
            <p:nvPr/>
          </p:nvSpPr>
          <p:spPr>
            <a:xfrm>
              <a:off x="183154" y="0"/>
              <a:ext cx="412012" cy="3739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>
                <a:defRPr sz="20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***</a:t>
              </a:r>
            </a:p>
          </p:txBody>
        </p:sp>
      </p:grpSp>
      <p:grpSp>
        <p:nvGrpSpPr>
          <p:cNvPr id="264" name="Group 264"/>
          <p:cNvGrpSpPr/>
          <p:nvPr/>
        </p:nvGrpSpPr>
        <p:grpSpPr>
          <a:xfrm>
            <a:off x="2953211" y="6630749"/>
            <a:ext cx="6643906" cy="1362902"/>
            <a:chOff x="13403" y="6350"/>
            <a:chExt cx="6643904" cy="1362901"/>
          </a:xfrm>
        </p:grpSpPr>
        <p:sp>
          <p:nvSpPr>
            <p:cNvPr id="258" name="Shape 258"/>
            <p:cNvSpPr/>
            <p:nvPr/>
          </p:nvSpPr>
          <p:spPr>
            <a:xfrm>
              <a:off x="302610" y="6350"/>
              <a:ext cx="368301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2000">
                  <a:solidFill>
                    <a:schemeClr val="accent5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IN</a:t>
              </a:r>
            </a:p>
          </p:txBody>
        </p:sp>
        <p:sp>
          <p:nvSpPr>
            <p:cNvPr id="259" name="Shape 259"/>
            <p:cNvSpPr/>
            <p:nvPr/>
          </p:nvSpPr>
          <p:spPr>
            <a:xfrm>
              <a:off x="13403" y="962851"/>
              <a:ext cx="650455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2000">
                  <a:solidFill>
                    <a:srgbClr val="6DC851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OUT</a:t>
              </a:r>
            </a:p>
          </p:txBody>
        </p:sp>
        <p:sp>
          <p:nvSpPr>
            <p:cNvPr id="260" name="Shape 260"/>
            <p:cNvSpPr/>
            <p:nvPr/>
          </p:nvSpPr>
          <p:spPr>
            <a:xfrm>
              <a:off x="2274073" y="962851"/>
              <a:ext cx="1398192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20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NoSTIM-IN</a:t>
              </a:r>
            </a:p>
          </p:txBody>
        </p:sp>
        <p:sp>
          <p:nvSpPr>
            <p:cNvPr id="261" name="Shape 261"/>
            <p:cNvSpPr/>
            <p:nvPr/>
          </p:nvSpPr>
          <p:spPr>
            <a:xfrm>
              <a:off x="4951216" y="962851"/>
              <a:ext cx="1680345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20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NoSTIM-OUT</a:t>
              </a:r>
            </a:p>
          </p:txBody>
        </p:sp>
        <p:sp>
          <p:nvSpPr>
            <p:cNvPr id="262" name="Shape 262"/>
            <p:cNvSpPr/>
            <p:nvPr/>
          </p:nvSpPr>
          <p:spPr>
            <a:xfrm>
              <a:off x="6006854" y="6350"/>
              <a:ext cx="650454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2000">
                  <a:solidFill>
                    <a:srgbClr val="6DC851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OUT</a:t>
              </a:r>
            </a:p>
          </p:txBody>
        </p:sp>
        <p:sp>
          <p:nvSpPr>
            <p:cNvPr id="263" name="Shape 263"/>
            <p:cNvSpPr/>
            <p:nvPr/>
          </p:nvSpPr>
          <p:spPr>
            <a:xfrm>
              <a:off x="3329711" y="6350"/>
              <a:ext cx="368301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2000">
                  <a:solidFill>
                    <a:schemeClr val="accent5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IN</a:t>
              </a:r>
            </a:p>
          </p:txBody>
        </p:sp>
      </p:grpSp>
      <p:sp>
        <p:nvSpPr>
          <p:cNvPr id="265" name="Shape 265"/>
          <p:cNvSpPr/>
          <p:nvPr/>
        </p:nvSpPr>
        <p:spPr>
          <a:xfrm>
            <a:off x="329948" y="113063"/>
            <a:ext cx="352760" cy="484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84200">
              <a:defRPr b="1"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A</a:t>
            </a:r>
          </a:p>
        </p:txBody>
      </p:sp>
      <p:pic>
        <p:nvPicPr>
          <p:cNvPr id="266" name="IN-FCripplocked_chan1.png"/>
          <p:cNvPicPr>
            <a:picLocks noChangeAspect="1"/>
          </p:cNvPicPr>
          <p:nvPr/>
        </p:nvPicPr>
        <p:blipFill>
          <a:blip r:embed="rId14">
            <a:extLst/>
          </a:blip>
          <a:srcRect l="14934" t="0" r="0" b="12443"/>
          <a:stretch>
            <a:fillRect/>
          </a:stretch>
        </p:blipFill>
        <p:spPr>
          <a:xfrm>
            <a:off x="7062641" y="2081864"/>
            <a:ext cx="2094835" cy="185851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7" name="OUT-FCripplocked_chan1.png"/>
          <p:cNvPicPr>
            <a:picLocks noChangeAspect="1"/>
          </p:cNvPicPr>
          <p:nvPr/>
        </p:nvPicPr>
        <p:blipFill>
          <a:blip r:embed="rId15">
            <a:extLst/>
          </a:blip>
          <a:srcRect l="14568" t="0" r="0" b="12588"/>
          <a:stretch>
            <a:fillRect/>
          </a:stretch>
        </p:blipFill>
        <p:spPr>
          <a:xfrm>
            <a:off x="8987278" y="2077363"/>
            <a:ext cx="2103665" cy="1855279"/>
          </a:xfrm>
          <a:prstGeom prst="rect">
            <a:avLst/>
          </a:prstGeom>
          <a:ln w="12700">
            <a:miter lim="400000"/>
          </a:ln>
        </p:spPr>
      </p:pic>
      <p:pic>
        <p:nvPicPr>
          <p:cNvPr id="268" name="NoStim-FC-OUTripplocked_chan1.png"/>
          <p:cNvPicPr>
            <a:picLocks noChangeAspect="1"/>
          </p:cNvPicPr>
          <p:nvPr/>
        </p:nvPicPr>
        <p:blipFill>
          <a:blip r:embed="rId16">
            <a:extLst/>
          </a:blip>
          <a:srcRect l="14209" t="0" r="0" b="12783"/>
          <a:stretch>
            <a:fillRect/>
          </a:stretch>
        </p:blipFill>
        <p:spPr>
          <a:xfrm>
            <a:off x="11014360" y="2085436"/>
            <a:ext cx="2112604" cy="1851228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Shape 269"/>
          <p:cNvSpPr/>
          <p:nvPr/>
        </p:nvSpPr>
        <p:spPr>
          <a:xfrm>
            <a:off x="11583813" y="4337701"/>
            <a:ext cx="941367" cy="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2400"/>
            </a:pPr>
          </a:p>
        </p:txBody>
      </p:sp>
      <p:sp>
        <p:nvSpPr>
          <p:cNvPr id="270" name="Shape 270"/>
          <p:cNvSpPr/>
          <p:nvPr/>
        </p:nvSpPr>
        <p:spPr>
          <a:xfrm flipV="1">
            <a:off x="12532407" y="3826781"/>
            <a:ext cx="1" cy="514986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2400"/>
            </a:pPr>
          </a:p>
        </p:txBody>
      </p:sp>
      <p:sp>
        <p:nvSpPr>
          <p:cNvPr id="271" name="Shape 271"/>
          <p:cNvSpPr/>
          <p:nvPr/>
        </p:nvSpPr>
        <p:spPr>
          <a:xfrm>
            <a:off x="11583813" y="4265564"/>
            <a:ext cx="941367" cy="564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584200">
              <a:defRPr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50 ms</a:t>
            </a:r>
          </a:p>
        </p:txBody>
      </p:sp>
      <p:sp>
        <p:nvSpPr>
          <p:cNvPr id="272" name="Shape 272"/>
          <p:cNvSpPr/>
          <p:nvPr/>
        </p:nvSpPr>
        <p:spPr>
          <a:xfrm rot="5400000">
            <a:off x="12301520" y="3855802"/>
            <a:ext cx="893046" cy="456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584200">
              <a:defRPr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 mV</a:t>
            </a:r>
          </a:p>
        </p:txBody>
      </p:sp>
      <p:sp>
        <p:nvSpPr>
          <p:cNvPr id="273" name="Shape 273"/>
          <p:cNvSpPr/>
          <p:nvPr/>
        </p:nvSpPr>
        <p:spPr>
          <a:xfrm>
            <a:off x="7648568" y="1820086"/>
            <a:ext cx="543817" cy="4569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584200">
              <a:defRPr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</a:t>
            </a:r>
          </a:p>
        </p:txBody>
      </p:sp>
      <p:sp>
        <p:nvSpPr>
          <p:cNvPr id="274" name="Shape 274"/>
          <p:cNvSpPr/>
          <p:nvPr/>
        </p:nvSpPr>
        <p:spPr>
          <a:xfrm>
            <a:off x="9447307" y="1827763"/>
            <a:ext cx="826677" cy="432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584200">
              <a:defRPr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OUT</a:t>
            </a:r>
          </a:p>
        </p:txBody>
      </p:sp>
      <p:sp>
        <p:nvSpPr>
          <p:cNvPr id="275" name="Shape 275"/>
          <p:cNvSpPr/>
          <p:nvPr/>
        </p:nvSpPr>
        <p:spPr>
          <a:xfrm>
            <a:off x="11204775" y="1803085"/>
            <a:ext cx="1301591" cy="4909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 defTabSz="584200">
              <a:defRPr sz="1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NoSTIM</a:t>
            </a:r>
          </a:p>
        </p:txBody>
      </p:sp>
      <p:sp>
        <p:nvSpPr>
          <p:cNvPr id="276" name="Shape 276"/>
          <p:cNvSpPr/>
          <p:nvPr/>
        </p:nvSpPr>
        <p:spPr>
          <a:xfrm>
            <a:off x="7103713" y="252763"/>
            <a:ext cx="352761" cy="484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84200">
              <a:defRPr b="1" sz="26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277" name="Shape 277"/>
          <p:cNvSpPr/>
          <p:nvPr/>
        </p:nvSpPr>
        <p:spPr>
          <a:xfrm>
            <a:off x="1345346" y="719483"/>
            <a:ext cx="139701" cy="1686337"/>
          </a:xfrm>
          <a:prstGeom prst="rect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2400">
                <a:solidFill>
                  <a:srgbClr val="FFFFFF"/>
                </a:solidFill>
              </a:defRPr>
            </a:pPr>
          </a:p>
        </p:txBody>
      </p:sp>
      <p:pic>
        <p:nvPicPr>
          <p:cNvPr id="278" name="RippleTrace_merged_charles.pdf"/>
          <p:cNvPicPr>
            <a:picLocks noChangeAspect="1"/>
          </p:cNvPicPr>
          <p:nvPr/>
        </p:nvPicPr>
        <p:blipFill>
          <a:blip r:embed="rId17">
            <a:extLst/>
          </a:blip>
          <a:stretch>
            <a:fillRect/>
          </a:stretch>
        </p:blipFill>
        <p:spPr>
          <a:xfrm>
            <a:off x="214977" y="763298"/>
            <a:ext cx="6628626" cy="5251465"/>
          </a:xfrm>
          <a:prstGeom prst="rect">
            <a:avLst/>
          </a:prstGeom>
          <a:ln w="12700">
            <a:miter lim="400000"/>
          </a:ln>
        </p:spPr>
      </p:pic>
      <p:sp>
        <p:nvSpPr>
          <p:cNvPr id="279" name="Shape 279"/>
          <p:cNvSpPr/>
          <p:nvPr/>
        </p:nvSpPr>
        <p:spPr>
          <a:xfrm>
            <a:off x="1885985" y="719483"/>
            <a:ext cx="152401" cy="1686337"/>
          </a:xfrm>
          <a:prstGeom prst="rect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80" name="Shape 280"/>
          <p:cNvSpPr/>
          <p:nvPr/>
        </p:nvSpPr>
        <p:spPr>
          <a:xfrm>
            <a:off x="4452027" y="719483"/>
            <a:ext cx="177801" cy="1686337"/>
          </a:xfrm>
          <a:prstGeom prst="rect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81" name="Shape 281"/>
          <p:cNvSpPr/>
          <p:nvPr/>
        </p:nvSpPr>
        <p:spPr>
          <a:xfrm>
            <a:off x="4854786" y="719483"/>
            <a:ext cx="177801" cy="1686337"/>
          </a:xfrm>
          <a:prstGeom prst="rect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82" name="Shape 282"/>
          <p:cNvSpPr/>
          <p:nvPr/>
        </p:nvSpPr>
        <p:spPr>
          <a:xfrm>
            <a:off x="851878" y="2545861"/>
            <a:ext cx="248841" cy="1686338"/>
          </a:xfrm>
          <a:prstGeom prst="rect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83" name="Shape 283"/>
          <p:cNvSpPr/>
          <p:nvPr/>
        </p:nvSpPr>
        <p:spPr>
          <a:xfrm>
            <a:off x="1907504" y="2545861"/>
            <a:ext cx="254001" cy="1686338"/>
          </a:xfrm>
          <a:prstGeom prst="rect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84" name="Shape 284"/>
          <p:cNvSpPr/>
          <p:nvPr/>
        </p:nvSpPr>
        <p:spPr>
          <a:xfrm>
            <a:off x="6371559" y="2545861"/>
            <a:ext cx="190501" cy="1686338"/>
          </a:xfrm>
          <a:prstGeom prst="rect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85" name="Shape 285"/>
          <p:cNvSpPr/>
          <p:nvPr/>
        </p:nvSpPr>
        <p:spPr>
          <a:xfrm>
            <a:off x="5267252" y="2545861"/>
            <a:ext cx="165101" cy="1686338"/>
          </a:xfrm>
          <a:prstGeom prst="rect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86" name="Shape 286"/>
          <p:cNvSpPr/>
          <p:nvPr/>
        </p:nvSpPr>
        <p:spPr>
          <a:xfrm>
            <a:off x="2861088" y="2545861"/>
            <a:ext cx="215901" cy="1686338"/>
          </a:xfrm>
          <a:prstGeom prst="rect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87" name="Shape 287"/>
          <p:cNvSpPr/>
          <p:nvPr/>
        </p:nvSpPr>
        <p:spPr>
          <a:xfrm>
            <a:off x="1269272" y="4372240"/>
            <a:ext cx="109141" cy="1686338"/>
          </a:xfrm>
          <a:prstGeom prst="rect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88" name="Shape 288"/>
          <p:cNvSpPr/>
          <p:nvPr/>
        </p:nvSpPr>
        <p:spPr>
          <a:xfrm>
            <a:off x="2683168" y="4372240"/>
            <a:ext cx="114301" cy="1686338"/>
          </a:xfrm>
          <a:prstGeom prst="rect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89" name="Shape 289"/>
          <p:cNvSpPr/>
          <p:nvPr/>
        </p:nvSpPr>
        <p:spPr>
          <a:xfrm>
            <a:off x="1695442" y="4372240"/>
            <a:ext cx="109141" cy="1686338"/>
          </a:xfrm>
          <a:prstGeom prst="rect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2400">
                <a:solidFill>
                  <a:srgbClr val="FFFFFF"/>
                </a:solidFill>
              </a:defRPr>
            </a:pPr>
          </a:p>
        </p:txBody>
      </p:sp>
      <p:sp>
        <p:nvSpPr>
          <p:cNvPr id="290" name="Shape 290"/>
          <p:cNvSpPr/>
          <p:nvPr/>
        </p:nvSpPr>
        <p:spPr>
          <a:xfrm>
            <a:off x="2005334" y="4372240"/>
            <a:ext cx="147242" cy="1686338"/>
          </a:xfrm>
          <a:prstGeom prst="rect">
            <a:avLst/>
          </a:prstGeom>
          <a:ln w="12700">
            <a:solidFill>
              <a:srgbClr val="000000"/>
            </a:solidFill>
            <a:custDash>
              <a:ds d="200000" sp="200000"/>
            </a:custDash>
            <a:miter lim="400000"/>
          </a:ln>
        </p:spPr>
        <p:txBody>
          <a:bodyPr lIns="50800" tIns="50800" rIns="50800" bIns="50800" anchor="ctr"/>
          <a:lstStyle/>
          <a:p>
            <a:pPr defTabSz="584200">
              <a:defRPr sz="2400">
                <a:solidFill>
                  <a:srgbClr val="FFFFFF"/>
                </a:solidFill>
              </a:defRPr>
            </a:pPr>
          </a:p>
        </p:txBody>
      </p:sp>
      <p:grpSp>
        <p:nvGrpSpPr>
          <p:cNvPr id="295" name="Group 295"/>
          <p:cNvGrpSpPr/>
          <p:nvPr/>
        </p:nvGrpSpPr>
        <p:grpSpPr>
          <a:xfrm>
            <a:off x="6294392" y="5391658"/>
            <a:ext cx="942357" cy="919290"/>
            <a:chOff x="0" y="0"/>
            <a:chExt cx="942356" cy="919289"/>
          </a:xfrm>
        </p:grpSpPr>
        <p:sp>
          <p:nvSpPr>
            <p:cNvPr id="291" name="Shape 291"/>
            <p:cNvSpPr/>
            <p:nvPr/>
          </p:nvSpPr>
          <p:spPr>
            <a:xfrm>
              <a:off x="0" y="400839"/>
              <a:ext cx="863867" cy="51845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584200">
                <a:defRPr sz="10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100 ms</a:t>
              </a:r>
            </a:p>
          </p:txBody>
        </p:sp>
        <p:sp>
          <p:nvSpPr>
            <p:cNvPr id="292" name="Shape 292"/>
            <p:cNvSpPr/>
            <p:nvPr/>
          </p:nvSpPr>
          <p:spPr>
            <a:xfrm rot="5400000">
              <a:off x="322933" y="200099"/>
              <a:ext cx="819523" cy="4193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50800" tIns="50800" rIns="50800" bIns="50800" numCol="1" anchor="ctr">
              <a:noAutofit/>
            </a:bodyPr>
            <a:lstStyle>
              <a:lvl1pPr defTabSz="584200">
                <a:defRPr sz="1000">
                  <a:latin typeface="Arial"/>
                  <a:ea typeface="Arial"/>
                  <a:cs typeface="Arial"/>
                  <a:sym typeface="Arial"/>
                </a:defRPr>
              </a:lvl1pPr>
            </a:lstStyle>
            <a:p>
              <a:pPr/>
              <a:r>
                <a:t>2 mV</a:t>
              </a:r>
            </a:p>
          </p:txBody>
        </p:sp>
        <p:sp>
          <p:nvSpPr>
            <p:cNvPr id="293" name="Shape 293"/>
            <p:cNvSpPr/>
            <p:nvPr/>
          </p:nvSpPr>
          <p:spPr>
            <a:xfrm>
              <a:off x="266777" y="536785"/>
              <a:ext cx="330313" cy="1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584200">
                <a:defRPr sz="2400"/>
              </a:pPr>
            </a:p>
          </p:txBody>
        </p:sp>
        <p:sp>
          <p:nvSpPr>
            <p:cNvPr id="294" name="Shape 294"/>
            <p:cNvSpPr/>
            <p:nvPr/>
          </p:nvSpPr>
          <p:spPr>
            <a:xfrm flipV="1">
              <a:off x="594769" y="304087"/>
              <a:ext cx="1" cy="234125"/>
            </a:xfrm>
            <a:prstGeom prst="line">
              <a:avLst/>
            </a:prstGeom>
            <a:noFill/>
            <a:ln w="254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defTabSz="584200">
                <a:defRPr sz="2400"/>
              </a:pPr>
            </a:p>
          </p:txBody>
        </p:sp>
      </p:grpSp>
      <p:sp>
        <p:nvSpPr>
          <p:cNvPr id="296" name="Shape 296"/>
          <p:cNvSpPr/>
          <p:nvPr/>
        </p:nvSpPr>
        <p:spPr>
          <a:xfrm>
            <a:off x="2508623" y="596312"/>
            <a:ext cx="1322587" cy="342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584200"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raw CA1 LFP</a:t>
            </a:r>
          </a:p>
        </p:txBody>
      </p:sp>
      <p:sp>
        <p:nvSpPr>
          <p:cNvPr id="297" name="Shape 297"/>
          <p:cNvSpPr/>
          <p:nvPr/>
        </p:nvSpPr>
        <p:spPr>
          <a:xfrm>
            <a:off x="2312716" y="1270551"/>
            <a:ext cx="1714402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defTabSz="584200">
              <a:defRPr sz="16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filtered CA1 LFP </a:t>
            </a:r>
          </a:p>
          <a:p>
            <a:pPr defTabSz="584200">
              <a:defRPr sz="1600">
                <a:solidFill>
                  <a:srgbClr val="53585F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r>
              <a:t>(100-250 Hz)</a:t>
            </a:r>
          </a:p>
        </p:txBody>
      </p:sp>
      <p:grpSp>
        <p:nvGrpSpPr>
          <p:cNvPr id="304" name="Group 304"/>
          <p:cNvGrpSpPr/>
          <p:nvPr/>
        </p:nvGrpSpPr>
        <p:grpSpPr>
          <a:xfrm>
            <a:off x="2953211" y="9399399"/>
            <a:ext cx="6643906" cy="1362903"/>
            <a:chOff x="13403" y="6350"/>
            <a:chExt cx="6643904" cy="1362901"/>
          </a:xfrm>
        </p:grpSpPr>
        <p:sp>
          <p:nvSpPr>
            <p:cNvPr id="298" name="Shape 298"/>
            <p:cNvSpPr/>
            <p:nvPr/>
          </p:nvSpPr>
          <p:spPr>
            <a:xfrm>
              <a:off x="302610" y="6350"/>
              <a:ext cx="368301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2000">
                  <a:solidFill>
                    <a:schemeClr val="accent5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IN</a:t>
              </a:r>
            </a:p>
          </p:txBody>
        </p:sp>
        <p:sp>
          <p:nvSpPr>
            <p:cNvPr id="299" name="Shape 299"/>
            <p:cNvSpPr/>
            <p:nvPr/>
          </p:nvSpPr>
          <p:spPr>
            <a:xfrm>
              <a:off x="13403" y="962851"/>
              <a:ext cx="650455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2000">
                  <a:solidFill>
                    <a:srgbClr val="6DC851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OUT</a:t>
              </a:r>
            </a:p>
          </p:txBody>
        </p:sp>
        <p:sp>
          <p:nvSpPr>
            <p:cNvPr id="300" name="Shape 300"/>
            <p:cNvSpPr/>
            <p:nvPr/>
          </p:nvSpPr>
          <p:spPr>
            <a:xfrm>
              <a:off x="2274073" y="962851"/>
              <a:ext cx="1398192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20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NoSTIM-IN</a:t>
              </a:r>
            </a:p>
          </p:txBody>
        </p:sp>
        <p:sp>
          <p:nvSpPr>
            <p:cNvPr id="301" name="Shape 301"/>
            <p:cNvSpPr/>
            <p:nvPr/>
          </p:nvSpPr>
          <p:spPr>
            <a:xfrm>
              <a:off x="4951216" y="962851"/>
              <a:ext cx="1680345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20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NoSTIM-OUT</a:t>
              </a:r>
            </a:p>
          </p:txBody>
        </p:sp>
        <p:sp>
          <p:nvSpPr>
            <p:cNvPr id="302" name="Shape 302"/>
            <p:cNvSpPr/>
            <p:nvPr/>
          </p:nvSpPr>
          <p:spPr>
            <a:xfrm>
              <a:off x="6006854" y="6350"/>
              <a:ext cx="650454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2000">
                  <a:solidFill>
                    <a:srgbClr val="6DC851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OUT</a:t>
              </a:r>
            </a:p>
          </p:txBody>
        </p:sp>
        <p:sp>
          <p:nvSpPr>
            <p:cNvPr id="303" name="Shape 303"/>
            <p:cNvSpPr/>
            <p:nvPr/>
          </p:nvSpPr>
          <p:spPr>
            <a:xfrm>
              <a:off x="3329711" y="6350"/>
              <a:ext cx="368301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2000">
                  <a:solidFill>
                    <a:schemeClr val="accent5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IN</a:t>
              </a:r>
            </a:p>
          </p:txBody>
        </p:sp>
      </p:grpSp>
      <p:grpSp>
        <p:nvGrpSpPr>
          <p:cNvPr id="311" name="Group 311"/>
          <p:cNvGrpSpPr/>
          <p:nvPr/>
        </p:nvGrpSpPr>
        <p:grpSpPr>
          <a:xfrm>
            <a:off x="2946886" y="12366509"/>
            <a:ext cx="6643906" cy="1362902"/>
            <a:chOff x="13403" y="6350"/>
            <a:chExt cx="6643904" cy="1362901"/>
          </a:xfrm>
        </p:grpSpPr>
        <p:sp>
          <p:nvSpPr>
            <p:cNvPr id="305" name="Shape 305"/>
            <p:cNvSpPr/>
            <p:nvPr/>
          </p:nvSpPr>
          <p:spPr>
            <a:xfrm>
              <a:off x="302610" y="6350"/>
              <a:ext cx="368301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2000">
                  <a:solidFill>
                    <a:schemeClr val="accent5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IN</a:t>
              </a:r>
            </a:p>
          </p:txBody>
        </p:sp>
        <p:sp>
          <p:nvSpPr>
            <p:cNvPr id="306" name="Shape 306"/>
            <p:cNvSpPr/>
            <p:nvPr/>
          </p:nvSpPr>
          <p:spPr>
            <a:xfrm>
              <a:off x="13403" y="962851"/>
              <a:ext cx="650455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2000">
                  <a:solidFill>
                    <a:srgbClr val="6DC851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OUT</a:t>
              </a:r>
            </a:p>
          </p:txBody>
        </p:sp>
        <p:sp>
          <p:nvSpPr>
            <p:cNvPr id="307" name="Shape 307"/>
            <p:cNvSpPr/>
            <p:nvPr/>
          </p:nvSpPr>
          <p:spPr>
            <a:xfrm>
              <a:off x="2274073" y="962851"/>
              <a:ext cx="1398192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20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NoSTIM-IN</a:t>
              </a:r>
            </a:p>
          </p:txBody>
        </p:sp>
        <p:sp>
          <p:nvSpPr>
            <p:cNvPr id="308" name="Shape 308"/>
            <p:cNvSpPr/>
            <p:nvPr/>
          </p:nvSpPr>
          <p:spPr>
            <a:xfrm>
              <a:off x="4951216" y="962851"/>
              <a:ext cx="1680345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2000"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NoSTIM-OUT</a:t>
              </a:r>
            </a:p>
          </p:txBody>
        </p:sp>
        <p:sp>
          <p:nvSpPr>
            <p:cNvPr id="309" name="Shape 309"/>
            <p:cNvSpPr/>
            <p:nvPr/>
          </p:nvSpPr>
          <p:spPr>
            <a:xfrm>
              <a:off x="6006854" y="6350"/>
              <a:ext cx="650454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2000">
                  <a:solidFill>
                    <a:srgbClr val="6DC851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OUT</a:t>
              </a:r>
            </a:p>
          </p:txBody>
        </p:sp>
        <p:sp>
          <p:nvSpPr>
            <p:cNvPr id="310" name="Shape 310"/>
            <p:cNvSpPr/>
            <p:nvPr/>
          </p:nvSpPr>
          <p:spPr>
            <a:xfrm>
              <a:off x="3329711" y="6350"/>
              <a:ext cx="368301" cy="4064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 sz="2000">
                  <a:solidFill>
                    <a:schemeClr val="accent5"/>
                  </a:solidFill>
                  <a:latin typeface="Helvetica"/>
                  <a:ea typeface="Helvetica"/>
                  <a:cs typeface="Helvetica"/>
                  <a:sym typeface="Helvetica"/>
                </a:defRPr>
              </a:lvl1pPr>
            </a:lstStyle>
            <a:p>
              <a:pPr/>
              <a:r>
                <a:t>IN</a:t>
              </a:r>
            </a:p>
          </p:txBody>
        </p:sp>
      </p:grpSp>
      <p:sp>
        <p:nvSpPr>
          <p:cNvPr id="312" name="Shape 312"/>
          <p:cNvSpPr/>
          <p:nvPr/>
        </p:nvSpPr>
        <p:spPr>
          <a:xfrm rot="16200000">
            <a:off x="9031271" y="10330016"/>
            <a:ext cx="1858567" cy="562648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Ripple density (%)</a:t>
            </a:r>
          </a:p>
        </p:txBody>
      </p:sp>
      <p:sp>
        <p:nvSpPr>
          <p:cNvPr id="313" name="Shape 313"/>
          <p:cNvSpPr/>
          <p:nvPr/>
        </p:nvSpPr>
        <p:spPr>
          <a:xfrm rot="16200000">
            <a:off x="9031271" y="13434795"/>
            <a:ext cx="1858567" cy="562647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Ripple density (%)</a:t>
            </a:r>
          </a:p>
        </p:txBody>
      </p:sp>
      <p:sp>
        <p:nvSpPr>
          <p:cNvPr id="314" name="Shape 314"/>
          <p:cNvSpPr/>
          <p:nvPr/>
        </p:nvSpPr>
        <p:spPr>
          <a:xfrm rot="16200000">
            <a:off x="-259981" y="7328589"/>
            <a:ext cx="1858567" cy="4154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Ripple density (%)</a:t>
            </a:r>
          </a:p>
        </p:txBody>
      </p:sp>
      <p:sp>
        <p:nvSpPr>
          <p:cNvPr id="315" name="Shape 315"/>
          <p:cNvSpPr/>
          <p:nvPr/>
        </p:nvSpPr>
        <p:spPr>
          <a:xfrm rot="16200000">
            <a:off x="503750" y="11250876"/>
            <a:ext cx="342901" cy="4154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i="1" sz="2000">
                <a:solidFill>
                  <a:srgbClr val="A6AAA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P</a:t>
            </a:r>
          </a:p>
        </p:txBody>
      </p:sp>
      <p:sp>
        <p:nvSpPr>
          <p:cNvPr id="316" name="Shape 316"/>
          <p:cNvSpPr/>
          <p:nvPr/>
        </p:nvSpPr>
        <p:spPr>
          <a:xfrm rot="16200000">
            <a:off x="-265879" y="10137940"/>
            <a:ext cx="1858567" cy="4154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Ripple density (%)</a:t>
            </a:r>
          </a:p>
        </p:txBody>
      </p:sp>
      <p:sp>
        <p:nvSpPr>
          <p:cNvPr id="317" name="Shape 317"/>
          <p:cNvSpPr/>
          <p:nvPr/>
        </p:nvSpPr>
        <p:spPr>
          <a:xfrm rot="16200000">
            <a:off x="497852" y="14274362"/>
            <a:ext cx="342901" cy="41542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i="1" sz="2000">
                <a:solidFill>
                  <a:srgbClr val="A6AAA9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P</a:t>
            </a:r>
          </a:p>
        </p:txBody>
      </p:sp>
      <p:sp>
        <p:nvSpPr>
          <p:cNvPr id="318" name="Shape 318"/>
          <p:cNvSpPr/>
          <p:nvPr/>
        </p:nvSpPr>
        <p:spPr>
          <a:xfrm rot="16200000">
            <a:off x="-271777" y="13161426"/>
            <a:ext cx="1858566" cy="41542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1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Ripple density (%)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 standalone="yes"?><Relationships xmlns="http://schemas.openxmlformats.org/package/2006/relationships"><Relationship Id="rId1" Type="http://schemas.openxmlformats.org/officeDocument/2006/relationships/image" Target="../media/image1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91281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91281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381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91281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91281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6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