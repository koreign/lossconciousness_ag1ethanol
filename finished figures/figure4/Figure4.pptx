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</p:sldIdLst>
  <p:sldSz cx="76200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sz="half" idx="13"/>
          </p:nvPr>
        </p:nvSpPr>
        <p:spPr>
          <a:xfrm>
            <a:off x="941337" y="2391370"/>
            <a:ext cx="5729884" cy="346769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744140" y="5955803"/>
            <a:ext cx="6131720" cy="8334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744140" y="6819007"/>
            <a:ext cx="6131720" cy="66228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3643062" y="7436643"/>
            <a:ext cx="326435" cy="33893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744140" y="3909417"/>
            <a:ext cx="6131720" cy="1934766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3936503" y="2391370"/>
            <a:ext cx="3125392" cy="48220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558105" y="2391370"/>
            <a:ext cx="3125392" cy="2336602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558105" y="4809827"/>
            <a:ext cx="3125392" cy="240357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xfrm>
            <a:off x="558105" y="2279749"/>
            <a:ext cx="6503790" cy="126504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xfrm>
            <a:off x="558105" y="2279749"/>
            <a:ext cx="6503790" cy="126504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sz="half" idx="1"/>
          </p:nvPr>
        </p:nvSpPr>
        <p:spPr>
          <a:xfrm>
            <a:off x="558105" y="3544788"/>
            <a:ext cx="6503790" cy="3683497"/>
          </a:xfrm>
          <a:prstGeom prst="rect">
            <a:avLst/>
          </a:prstGeom>
        </p:spPr>
        <p:txBody>
          <a:bodyPr anchor="ctr"/>
          <a:lstStyle>
            <a:lvl1pPr marL="444500" indent="-444500" algn="l">
              <a:spcBef>
                <a:spcPts val="4200"/>
              </a:spcBef>
              <a:buSzPct val="75000"/>
              <a:buChar char="•"/>
              <a:defRPr sz="3600"/>
            </a:lvl1pPr>
            <a:lvl2pPr marL="889000" indent="-444500" algn="l">
              <a:spcBef>
                <a:spcPts val="4200"/>
              </a:spcBef>
              <a:buSzPct val="75000"/>
              <a:buChar char="•"/>
              <a:defRPr sz="3600"/>
            </a:lvl2pPr>
            <a:lvl3pPr marL="1333500" indent="-444500" algn="l">
              <a:spcBef>
                <a:spcPts val="4200"/>
              </a:spcBef>
              <a:buSzPct val="75000"/>
              <a:buChar char="•"/>
              <a:defRPr sz="3600"/>
            </a:lvl3pPr>
            <a:lvl4pPr marL="1778000" indent="-444500" algn="l">
              <a:spcBef>
                <a:spcPts val="4200"/>
              </a:spcBef>
              <a:buSzPct val="75000"/>
              <a:buChar char="•"/>
              <a:defRPr sz="3600"/>
            </a:lvl4pPr>
            <a:lvl5pPr marL="2222500" indent="-444500" algn="l">
              <a:spcBef>
                <a:spcPts val="4200"/>
              </a:spcBef>
              <a:buSzPct val="75000"/>
              <a:buChar char="•"/>
              <a:defRPr sz="3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quarter" idx="13"/>
          </p:nvPr>
        </p:nvSpPr>
        <p:spPr>
          <a:xfrm>
            <a:off x="3936503" y="3544788"/>
            <a:ext cx="3125392" cy="368349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xfrm>
            <a:off x="558105" y="2279749"/>
            <a:ext cx="6503790" cy="126504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quarter" idx="1"/>
          </p:nvPr>
        </p:nvSpPr>
        <p:spPr>
          <a:xfrm>
            <a:off x="558105" y="3544788"/>
            <a:ext cx="3125392" cy="3683497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spcBef>
                <a:spcPts val="3200"/>
              </a:spcBef>
              <a:buSzPct val="75000"/>
              <a:buChar char="•"/>
              <a:defRPr sz="2800"/>
            </a:lvl1pPr>
            <a:lvl2pPr marL="685800" indent="-342900" algn="l">
              <a:spcBef>
                <a:spcPts val="3200"/>
              </a:spcBef>
              <a:buSzPct val="75000"/>
              <a:buChar char="•"/>
              <a:defRPr sz="2800"/>
            </a:lvl2pPr>
            <a:lvl3pPr marL="1028700" indent="-342900" algn="l">
              <a:spcBef>
                <a:spcPts val="3200"/>
              </a:spcBef>
              <a:buSzPct val="75000"/>
              <a:buChar char="•"/>
              <a:defRPr sz="2800"/>
            </a:lvl3pPr>
            <a:lvl4pPr marL="1371600" indent="-342900" algn="l">
              <a:spcBef>
                <a:spcPts val="3200"/>
              </a:spcBef>
              <a:buSzPct val="75000"/>
              <a:buChar char="•"/>
              <a:defRPr sz="2800"/>
            </a:lvl4pPr>
            <a:lvl5pPr marL="1714500" indent="-342900" algn="l">
              <a:spcBef>
                <a:spcPts val="3200"/>
              </a:spcBef>
              <a:buSzPct val="75000"/>
              <a:buChar char="•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sz="half" idx="1"/>
          </p:nvPr>
        </p:nvSpPr>
        <p:spPr>
          <a:xfrm>
            <a:off x="558105" y="2763440"/>
            <a:ext cx="6503790" cy="4226720"/>
          </a:xfrm>
          <a:prstGeom prst="rect">
            <a:avLst/>
          </a:prstGeom>
        </p:spPr>
        <p:txBody>
          <a:bodyPr anchor="ctr"/>
          <a:lstStyle>
            <a:lvl1pPr marL="444500" indent="-444500" algn="l">
              <a:spcBef>
                <a:spcPts val="4200"/>
              </a:spcBef>
              <a:buSzPct val="75000"/>
              <a:buChar char="•"/>
              <a:defRPr sz="3600"/>
            </a:lvl1pPr>
            <a:lvl2pPr marL="889000" indent="-444500" algn="l">
              <a:spcBef>
                <a:spcPts val="4200"/>
              </a:spcBef>
              <a:buSzPct val="75000"/>
              <a:buChar char="•"/>
              <a:defRPr sz="3600"/>
            </a:lvl2pPr>
            <a:lvl3pPr marL="1333500" indent="-444500" algn="l">
              <a:spcBef>
                <a:spcPts val="4200"/>
              </a:spcBef>
              <a:buSzPct val="75000"/>
              <a:buChar char="•"/>
              <a:defRPr sz="3600"/>
            </a:lvl3pPr>
            <a:lvl4pPr marL="1778000" indent="-444500" algn="l">
              <a:spcBef>
                <a:spcPts val="4200"/>
              </a:spcBef>
              <a:buSzPct val="75000"/>
              <a:buChar char="•"/>
              <a:defRPr sz="3600"/>
            </a:lvl4pPr>
            <a:lvl5pPr marL="2222500" indent="-444500" algn="l">
              <a:spcBef>
                <a:spcPts val="4200"/>
              </a:spcBef>
              <a:buSzPct val="75000"/>
              <a:buChar char="•"/>
              <a:defRPr sz="3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3936503" y="5003304"/>
            <a:ext cx="3125392" cy="221009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3940147" y="2540198"/>
            <a:ext cx="3125392" cy="22100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quarter" idx="15"/>
          </p:nvPr>
        </p:nvSpPr>
        <p:spPr>
          <a:xfrm>
            <a:off x="558105" y="2540198"/>
            <a:ext cx="3125392" cy="467320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744140" y="5747444"/>
            <a:ext cx="6131720" cy="427832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744140" y="4398664"/>
            <a:ext cx="6131720" cy="643733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0" y="2019300"/>
            <a:ext cx="7620000" cy="5715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744140" y="2979241"/>
            <a:ext cx="6131720" cy="193476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9765" tIns="29765" rIns="29765" bIns="29765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744140" y="4966096"/>
            <a:ext cx="6131720" cy="6622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9765" tIns="29765" rIns="29765" bIns="29765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3643062" y="7440364"/>
            <a:ext cx="326435" cy="338932"/>
          </a:xfrm>
          <a:prstGeom prst="rect">
            <a:avLst/>
          </a:prstGeom>
          <a:ln w="3175">
            <a:miter lim="400000"/>
          </a:ln>
        </p:spPr>
        <p:txBody>
          <a:bodyPr wrap="none" lIns="29765" tIns="29765" rIns="29765" bIns="29765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Figure4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187" y="340729"/>
            <a:ext cx="7453625" cy="8768971"/>
          </a:xfrm>
          <a:prstGeom prst="rect">
            <a:avLst/>
          </a:prstGeom>
          <a:ln w="3175">
            <a:miter lim="400000"/>
          </a:ln>
        </p:spPr>
      </p:pic>
      <p:pic>
        <p:nvPicPr>
          <p:cNvPr id="120" name="boxplot_FCtg_FIg4b1.png"/>
          <p:cNvPicPr>
            <a:picLocks noChangeAspect="1"/>
          </p:cNvPicPr>
          <p:nvPr/>
        </p:nvPicPr>
        <p:blipFill>
          <a:blip r:embed="rId3">
            <a:extLst/>
          </a:blip>
          <a:srcRect l="4789" t="0" r="4789" b="0"/>
          <a:stretch>
            <a:fillRect/>
          </a:stretch>
        </p:blipFill>
        <p:spPr>
          <a:xfrm>
            <a:off x="4018189" y="487313"/>
            <a:ext cx="1657037" cy="2476722"/>
          </a:xfrm>
          <a:prstGeom prst="rect">
            <a:avLst/>
          </a:prstGeom>
          <a:ln w="3175">
            <a:miter lim="400000"/>
          </a:ln>
        </p:spPr>
      </p:pic>
      <p:pic>
        <p:nvPicPr>
          <p:cNvPr id="121" name="boxplot_FCtg_FIg4b2.png"/>
          <p:cNvPicPr>
            <a:picLocks noChangeAspect="1"/>
          </p:cNvPicPr>
          <p:nvPr/>
        </p:nvPicPr>
        <p:blipFill>
          <a:blip r:embed="rId4">
            <a:extLst/>
          </a:blip>
          <a:srcRect l="10461" t="0" r="10461" b="0"/>
          <a:stretch>
            <a:fillRect/>
          </a:stretch>
        </p:blipFill>
        <p:spPr>
          <a:xfrm>
            <a:off x="5656921" y="474613"/>
            <a:ext cx="1449134" cy="2476722"/>
          </a:xfrm>
          <a:prstGeom prst="rect">
            <a:avLst/>
          </a:prstGeom>
          <a:ln w="3175">
            <a:miter lim="400000"/>
          </a:ln>
        </p:spPr>
      </p:pic>
      <p:sp>
        <p:nvSpPr>
          <p:cNvPr id="122" name="Shape 122"/>
          <p:cNvSpPr/>
          <p:nvPr/>
        </p:nvSpPr>
        <p:spPr>
          <a:xfrm>
            <a:off x="3795198" y="2803816"/>
            <a:ext cx="3555610" cy="538368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grpSp>
        <p:nvGrpSpPr>
          <p:cNvPr id="131" name="Group 131"/>
          <p:cNvGrpSpPr/>
          <p:nvPr/>
        </p:nvGrpSpPr>
        <p:grpSpPr>
          <a:xfrm>
            <a:off x="4311626" y="2991691"/>
            <a:ext cx="3017501" cy="569818"/>
            <a:chOff x="504772" y="0"/>
            <a:chExt cx="3017499" cy="569816"/>
          </a:xfrm>
        </p:grpSpPr>
        <p:sp>
          <p:nvSpPr>
            <p:cNvPr id="123" name="Shape 123"/>
            <p:cNvSpPr/>
            <p:nvPr/>
          </p:nvSpPr>
          <p:spPr>
            <a:xfrm>
              <a:off x="504772" y="351410"/>
              <a:ext cx="325283" cy="136107"/>
            </a:xfrm>
            <a:prstGeom prst="rect">
              <a:avLst/>
            </a:prstGeom>
            <a:solidFill>
              <a:srgbClr val="FFAE63"/>
            </a:solidFill>
            <a:ln w="317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4" name="Shape 124"/>
            <p:cNvSpPr/>
            <p:nvPr/>
          </p:nvSpPr>
          <p:spPr>
            <a:xfrm>
              <a:off x="504772" y="86677"/>
              <a:ext cx="325283" cy="136108"/>
            </a:xfrm>
            <a:prstGeom prst="rect">
              <a:avLst/>
            </a:prstGeom>
            <a:solidFill>
              <a:srgbClr val="FF2600"/>
            </a:solidFill>
            <a:ln w="317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5" name="Shape 125"/>
            <p:cNvSpPr/>
            <p:nvPr/>
          </p:nvSpPr>
          <p:spPr>
            <a:xfrm>
              <a:off x="906368" y="4377"/>
              <a:ext cx="978472" cy="300707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300"/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126" name="Shape 126"/>
            <p:cNvSpPr/>
            <p:nvPr/>
          </p:nvSpPr>
          <p:spPr>
            <a:xfrm>
              <a:off x="906368" y="264733"/>
              <a:ext cx="978472" cy="300707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300"/>
              </a:lvl1pPr>
            </a:lstStyle>
            <a:p>
              <a:pPr/>
              <a:r>
                <a:t>NoSTIM-IN</a:t>
              </a:r>
            </a:p>
          </p:txBody>
        </p:sp>
        <p:sp>
          <p:nvSpPr>
            <p:cNvPr id="127" name="Shape 127"/>
            <p:cNvSpPr/>
            <p:nvPr/>
          </p:nvSpPr>
          <p:spPr>
            <a:xfrm>
              <a:off x="1941476" y="91054"/>
              <a:ext cx="325283" cy="136108"/>
            </a:xfrm>
            <a:prstGeom prst="rect">
              <a:avLst/>
            </a:prstGeom>
            <a:solidFill>
              <a:srgbClr val="3FB41D"/>
            </a:solidFill>
            <a:ln w="317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8" name="Shape 128"/>
            <p:cNvSpPr/>
            <p:nvPr/>
          </p:nvSpPr>
          <p:spPr>
            <a:xfrm>
              <a:off x="1941476" y="351410"/>
              <a:ext cx="325283" cy="136107"/>
            </a:xfrm>
            <a:prstGeom prst="rect">
              <a:avLst/>
            </a:prstGeom>
            <a:solidFill>
              <a:srgbClr val="67FB9A"/>
            </a:solidFill>
            <a:ln w="317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Shape 129"/>
            <p:cNvSpPr/>
            <p:nvPr/>
          </p:nvSpPr>
          <p:spPr>
            <a:xfrm>
              <a:off x="2343072" y="0"/>
              <a:ext cx="978472" cy="30070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300"/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130" name="Shape 130"/>
            <p:cNvSpPr/>
            <p:nvPr/>
          </p:nvSpPr>
          <p:spPr>
            <a:xfrm>
              <a:off x="2343072" y="269110"/>
              <a:ext cx="1179200" cy="300707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300"/>
              </a:lvl1pPr>
            </a:lstStyle>
            <a:p>
              <a:pPr/>
              <a:r>
                <a:t>NoSTIM-OUT</a:t>
              </a:r>
            </a:p>
          </p:txBody>
        </p:sp>
      </p:grpSp>
      <p:sp>
        <p:nvSpPr>
          <p:cNvPr id="132" name="Shape 132"/>
          <p:cNvSpPr/>
          <p:nvPr/>
        </p:nvSpPr>
        <p:spPr>
          <a:xfrm>
            <a:off x="4685508" y="2608026"/>
            <a:ext cx="500117" cy="29272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>
              <a:defRPr sz="1200"/>
            </a:lvl1pPr>
          </a:lstStyle>
          <a:p>
            <a:pPr/>
            <a:r>
              <a:t>PFC</a:t>
            </a:r>
          </a:p>
        </p:txBody>
      </p:sp>
      <p:sp>
        <p:nvSpPr>
          <p:cNvPr id="133" name="Shape 133"/>
          <p:cNvSpPr/>
          <p:nvPr/>
        </p:nvSpPr>
        <p:spPr>
          <a:xfrm>
            <a:off x="6193731" y="2608026"/>
            <a:ext cx="500117" cy="29272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>
              <a:defRPr sz="1200"/>
            </a:lvl1pPr>
          </a:lstStyle>
          <a:p>
            <a:pPr/>
            <a:r>
              <a:t>PAR</a:t>
            </a:r>
          </a:p>
        </p:txBody>
      </p:sp>
      <p:sp>
        <p:nvSpPr>
          <p:cNvPr id="134" name="Shape 134"/>
          <p:cNvSpPr/>
          <p:nvPr/>
        </p:nvSpPr>
        <p:spPr>
          <a:xfrm rot="16200000">
            <a:off x="3026725" y="1441996"/>
            <a:ext cx="1709838" cy="5421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9765" tIns="29765" rIns="29765" bIns="29765" anchor="ctr">
            <a:spAutoFit/>
          </a:bodyPr>
          <a:lstStyle/>
          <a:p>
            <a:pPr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Slow oscillation</a:t>
            </a:r>
          </a:p>
          <a:p>
            <a:pPr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incidence rate (%)</a:t>
            </a:r>
          </a:p>
        </p:txBody>
      </p:sp>
      <p:sp>
        <p:nvSpPr>
          <p:cNvPr id="135" name="Shape 135"/>
          <p:cNvSpPr/>
          <p:nvPr/>
        </p:nvSpPr>
        <p:spPr>
          <a:xfrm>
            <a:off x="4634189" y="2648897"/>
            <a:ext cx="501155" cy="3008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9765" tIns="29765" rIns="29765" bIns="29765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</a:t>
            </a:r>
          </a:p>
        </p:txBody>
      </p:sp>
      <p:sp>
        <p:nvSpPr>
          <p:cNvPr id="136" name="Shape 136"/>
          <p:cNvSpPr/>
          <p:nvPr/>
        </p:nvSpPr>
        <p:spPr>
          <a:xfrm>
            <a:off x="6196721" y="2648897"/>
            <a:ext cx="475061" cy="3008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9765" tIns="29765" rIns="29765" bIns="29765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PAR</a:t>
            </a:r>
          </a:p>
        </p:txBody>
      </p:sp>
      <p:grpSp>
        <p:nvGrpSpPr>
          <p:cNvPr id="157" name="Group 157"/>
          <p:cNvGrpSpPr/>
          <p:nvPr/>
        </p:nvGrpSpPr>
        <p:grpSpPr>
          <a:xfrm>
            <a:off x="4422754" y="139715"/>
            <a:ext cx="1029757" cy="2539600"/>
            <a:chOff x="0" y="0"/>
            <a:chExt cx="1029755" cy="2539599"/>
          </a:xfrm>
        </p:grpSpPr>
        <p:grpSp>
          <p:nvGrpSpPr>
            <p:cNvPr id="140" name="Group 140"/>
            <p:cNvGrpSpPr/>
            <p:nvPr/>
          </p:nvGrpSpPr>
          <p:grpSpPr>
            <a:xfrm rot="10800000">
              <a:off x="643247" y="1657676"/>
              <a:ext cx="258786" cy="355526"/>
              <a:chOff x="-11327" y="129997"/>
              <a:chExt cx="258785" cy="355524"/>
            </a:xfrm>
          </p:grpSpPr>
          <p:sp>
            <p:nvSpPr>
              <p:cNvPr id="137" name="Shape 137"/>
              <p:cNvSpPr/>
              <p:nvPr/>
            </p:nvSpPr>
            <p:spPr>
              <a:xfrm>
                <a:off x="-11328" y="129997"/>
                <a:ext cx="25878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38" name="Shape 138"/>
              <p:cNvSpPr/>
              <p:nvPr/>
            </p:nvSpPr>
            <p:spPr>
              <a:xfrm flipH="1">
                <a:off x="-3631" y="139879"/>
                <a:ext cx="1" cy="21703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39" name="Shape 139"/>
              <p:cNvSpPr/>
              <p:nvPr/>
            </p:nvSpPr>
            <p:spPr>
              <a:xfrm flipH="1">
                <a:off x="246449" y="131473"/>
                <a:ext cx="1" cy="35405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41" name="Shape 141"/>
            <p:cNvSpPr/>
            <p:nvPr/>
          </p:nvSpPr>
          <p:spPr>
            <a:xfrm>
              <a:off x="515523" y="1974497"/>
              <a:ext cx="514233" cy="312037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***</a:t>
              </a:r>
            </a:p>
          </p:txBody>
        </p:sp>
        <p:grpSp>
          <p:nvGrpSpPr>
            <p:cNvPr id="145" name="Group 145"/>
            <p:cNvGrpSpPr/>
            <p:nvPr/>
          </p:nvGrpSpPr>
          <p:grpSpPr>
            <a:xfrm>
              <a:off x="385960" y="257053"/>
              <a:ext cx="516073" cy="699270"/>
              <a:chOff x="-268613" y="118773"/>
              <a:chExt cx="516071" cy="699268"/>
            </a:xfrm>
          </p:grpSpPr>
          <p:sp>
            <p:nvSpPr>
              <p:cNvPr id="142" name="Shape 142"/>
              <p:cNvSpPr/>
              <p:nvPr/>
            </p:nvSpPr>
            <p:spPr>
              <a:xfrm>
                <a:off x="-268614" y="129997"/>
                <a:ext cx="516073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3" name="Shape 143"/>
              <p:cNvSpPr/>
              <p:nvPr/>
            </p:nvSpPr>
            <p:spPr>
              <a:xfrm flipH="1">
                <a:off x="-263543" y="127842"/>
                <a:ext cx="1" cy="169154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4" name="Shape 144"/>
              <p:cNvSpPr/>
              <p:nvPr/>
            </p:nvSpPr>
            <p:spPr>
              <a:xfrm flipH="1">
                <a:off x="246449" y="118773"/>
                <a:ext cx="1" cy="69927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126101" y="683672"/>
              <a:ext cx="534369" cy="639054"/>
              <a:chOff x="-268613" y="127842"/>
              <a:chExt cx="534367" cy="639053"/>
            </a:xfrm>
          </p:grpSpPr>
          <p:sp>
            <p:nvSpPr>
              <p:cNvPr id="146" name="Shape 146"/>
              <p:cNvSpPr/>
              <p:nvPr/>
            </p:nvSpPr>
            <p:spPr>
              <a:xfrm>
                <a:off x="-268614" y="129997"/>
                <a:ext cx="53436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7" name="Shape 147"/>
              <p:cNvSpPr/>
              <p:nvPr/>
            </p:nvSpPr>
            <p:spPr>
              <a:xfrm flipH="1">
                <a:off x="-263543" y="127842"/>
                <a:ext cx="1" cy="639054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8" name="Shape 148"/>
              <p:cNvSpPr/>
              <p:nvPr/>
            </p:nvSpPr>
            <p:spPr>
              <a:xfrm flipH="1">
                <a:off x="259149" y="131473"/>
                <a:ext cx="1" cy="12777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50" name="Shape 150"/>
            <p:cNvSpPr/>
            <p:nvPr/>
          </p:nvSpPr>
          <p:spPr>
            <a:xfrm>
              <a:off x="386880" y="0"/>
              <a:ext cx="514233" cy="31203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***</a:t>
              </a:r>
            </a:p>
          </p:txBody>
        </p:sp>
        <p:sp>
          <p:nvSpPr>
            <p:cNvPr id="151" name="Shape 151"/>
            <p:cNvSpPr/>
            <p:nvPr/>
          </p:nvSpPr>
          <p:spPr>
            <a:xfrm>
              <a:off x="136169" y="386108"/>
              <a:ext cx="514233" cy="312037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***</a:t>
              </a:r>
            </a:p>
          </p:txBody>
        </p:sp>
        <p:grpSp>
          <p:nvGrpSpPr>
            <p:cNvPr id="155" name="Group 155"/>
            <p:cNvGrpSpPr/>
            <p:nvPr/>
          </p:nvGrpSpPr>
          <p:grpSpPr>
            <a:xfrm rot="10800000">
              <a:off x="127723" y="1955320"/>
              <a:ext cx="258786" cy="355525"/>
              <a:chOff x="-11327" y="129997"/>
              <a:chExt cx="258785" cy="355524"/>
            </a:xfrm>
          </p:grpSpPr>
          <p:sp>
            <p:nvSpPr>
              <p:cNvPr id="152" name="Shape 152"/>
              <p:cNvSpPr/>
              <p:nvPr/>
            </p:nvSpPr>
            <p:spPr>
              <a:xfrm>
                <a:off x="-11328" y="129997"/>
                <a:ext cx="25878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3" name="Shape 153"/>
              <p:cNvSpPr/>
              <p:nvPr/>
            </p:nvSpPr>
            <p:spPr>
              <a:xfrm flipH="1">
                <a:off x="-3631" y="139879"/>
                <a:ext cx="1" cy="21703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4" name="Shape 154"/>
              <p:cNvSpPr/>
              <p:nvPr/>
            </p:nvSpPr>
            <p:spPr>
              <a:xfrm flipH="1">
                <a:off x="246449" y="131473"/>
                <a:ext cx="1" cy="35405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56" name="Shape 156"/>
            <p:cNvSpPr/>
            <p:nvPr/>
          </p:nvSpPr>
          <p:spPr>
            <a:xfrm>
              <a:off x="0" y="2227563"/>
              <a:ext cx="514232" cy="312037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**</a:t>
              </a:r>
            </a:p>
          </p:txBody>
        </p:sp>
      </p:grpSp>
      <p:sp>
        <p:nvSpPr>
          <p:cNvPr id="158" name="Shape 158"/>
          <p:cNvSpPr/>
          <p:nvPr/>
        </p:nvSpPr>
        <p:spPr>
          <a:xfrm rot="16200000">
            <a:off x="186802" y="4574798"/>
            <a:ext cx="501155" cy="3008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9765" tIns="29765" rIns="29765" bIns="29765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</a:t>
            </a:r>
          </a:p>
        </p:txBody>
      </p:sp>
      <p:sp>
        <p:nvSpPr>
          <p:cNvPr id="159" name="Shape 159"/>
          <p:cNvSpPr/>
          <p:nvPr/>
        </p:nvSpPr>
        <p:spPr>
          <a:xfrm rot="16200000">
            <a:off x="199850" y="7012966"/>
            <a:ext cx="475060" cy="3008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9765" tIns="29765" rIns="29765" bIns="29765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PAR</a:t>
            </a:r>
          </a:p>
        </p:txBody>
      </p:sp>
      <p:sp>
        <p:nvSpPr>
          <p:cNvPr id="160" name="Shape 160"/>
          <p:cNvSpPr/>
          <p:nvPr/>
        </p:nvSpPr>
        <p:spPr>
          <a:xfrm>
            <a:off x="645955" y="656338"/>
            <a:ext cx="997943" cy="300833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9765" tIns="29765" rIns="29765" bIns="29765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FRO-EEG</a:t>
            </a:r>
          </a:p>
        </p:txBody>
      </p:sp>
      <p:sp>
        <p:nvSpPr>
          <p:cNvPr id="161" name="Shape 161"/>
          <p:cNvSpPr/>
          <p:nvPr/>
        </p:nvSpPr>
        <p:spPr>
          <a:xfrm>
            <a:off x="304963" y="328191"/>
            <a:ext cx="264834" cy="3770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9765" tIns="29765" rIns="29765" bIns="29765" anchor="ctr">
            <a:spAutoFit/>
          </a:bodyPr>
          <a:lstStyle>
            <a:lvl1pPr>
              <a:defRPr b="1" sz="21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62" name="Shape 162"/>
          <p:cNvSpPr/>
          <p:nvPr/>
        </p:nvSpPr>
        <p:spPr>
          <a:xfrm>
            <a:off x="3523991" y="328191"/>
            <a:ext cx="264834" cy="3770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9765" tIns="29765" rIns="29765" bIns="29765" anchor="ctr">
            <a:spAutoFit/>
          </a:bodyPr>
          <a:lstStyle>
            <a:lvl1pPr>
              <a:defRPr b="1" sz="21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63" name="Shape 163"/>
          <p:cNvSpPr/>
          <p:nvPr/>
        </p:nvSpPr>
        <p:spPr>
          <a:xfrm>
            <a:off x="304963" y="3496491"/>
            <a:ext cx="264834" cy="3770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9765" tIns="29765" rIns="29765" bIns="29765" anchor="ctr">
            <a:spAutoFit/>
          </a:bodyPr>
          <a:lstStyle>
            <a:lvl1pPr>
              <a:defRPr b="1" sz="21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</a:t>
            </a:r>
          </a:p>
        </p:txBody>
      </p:sp>
      <p:grpSp>
        <p:nvGrpSpPr>
          <p:cNvPr id="179" name="Group 179"/>
          <p:cNvGrpSpPr/>
          <p:nvPr/>
        </p:nvGrpSpPr>
        <p:grpSpPr>
          <a:xfrm>
            <a:off x="6098256" y="139715"/>
            <a:ext cx="903655" cy="2286535"/>
            <a:chOff x="126101" y="0"/>
            <a:chExt cx="903653" cy="2286533"/>
          </a:xfrm>
        </p:grpSpPr>
        <p:grpSp>
          <p:nvGrpSpPr>
            <p:cNvPr id="167" name="Group 167"/>
            <p:cNvGrpSpPr/>
            <p:nvPr/>
          </p:nvGrpSpPr>
          <p:grpSpPr>
            <a:xfrm rot="10800000">
              <a:off x="643247" y="1657676"/>
              <a:ext cx="258786" cy="355526"/>
              <a:chOff x="-11327" y="129997"/>
              <a:chExt cx="258785" cy="355524"/>
            </a:xfrm>
          </p:grpSpPr>
          <p:sp>
            <p:nvSpPr>
              <p:cNvPr id="164" name="Shape 164"/>
              <p:cNvSpPr/>
              <p:nvPr/>
            </p:nvSpPr>
            <p:spPr>
              <a:xfrm>
                <a:off x="-11328" y="129997"/>
                <a:ext cx="25878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65" name="Shape 165"/>
              <p:cNvSpPr/>
              <p:nvPr/>
            </p:nvSpPr>
            <p:spPr>
              <a:xfrm flipH="1">
                <a:off x="-3631" y="139879"/>
                <a:ext cx="1" cy="21703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66" name="Shape 166"/>
              <p:cNvSpPr/>
              <p:nvPr/>
            </p:nvSpPr>
            <p:spPr>
              <a:xfrm flipH="1">
                <a:off x="246449" y="131473"/>
                <a:ext cx="1" cy="35405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68" name="Shape 168"/>
            <p:cNvSpPr/>
            <p:nvPr/>
          </p:nvSpPr>
          <p:spPr>
            <a:xfrm>
              <a:off x="515523" y="1974497"/>
              <a:ext cx="514233" cy="312037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</a:t>
              </a:r>
            </a:p>
          </p:txBody>
        </p:sp>
        <p:grpSp>
          <p:nvGrpSpPr>
            <p:cNvPr id="172" name="Group 172"/>
            <p:cNvGrpSpPr/>
            <p:nvPr/>
          </p:nvGrpSpPr>
          <p:grpSpPr>
            <a:xfrm>
              <a:off x="385960" y="257053"/>
              <a:ext cx="516073" cy="699270"/>
              <a:chOff x="-268613" y="118773"/>
              <a:chExt cx="516071" cy="699268"/>
            </a:xfrm>
          </p:grpSpPr>
          <p:sp>
            <p:nvSpPr>
              <p:cNvPr id="169" name="Shape 169"/>
              <p:cNvSpPr/>
              <p:nvPr/>
            </p:nvSpPr>
            <p:spPr>
              <a:xfrm>
                <a:off x="-268614" y="129997"/>
                <a:ext cx="516073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70" name="Shape 170"/>
              <p:cNvSpPr/>
              <p:nvPr/>
            </p:nvSpPr>
            <p:spPr>
              <a:xfrm flipH="1">
                <a:off x="-263543" y="127842"/>
                <a:ext cx="1" cy="169154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71" name="Shape 171"/>
              <p:cNvSpPr/>
              <p:nvPr/>
            </p:nvSpPr>
            <p:spPr>
              <a:xfrm flipH="1">
                <a:off x="246449" y="118773"/>
                <a:ext cx="1" cy="69927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grpSp>
          <p:nvGrpSpPr>
            <p:cNvPr id="176" name="Group 176"/>
            <p:cNvGrpSpPr/>
            <p:nvPr/>
          </p:nvGrpSpPr>
          <p:grpSpPr>
            <a:xfrm>
              <a:off x="126101" y="683672"/>
              <a:ext cx="534369" cy="639054"/>
              <a:chOff x="-268613" y="127842"/>
              <a:chExt cx="534367" cy="639053"/>
            </a:xfrm>
          </p:grpSpPr>
          <p:sp>
            <p:nvSpPr>
              <p:cNvPr id="173" name="Shape 173"/>
              <p:cNvSpPr/>
              <p:nvPr/>
            </p:nvSpPr>
            <p:spPr>
              <a:xfrm>
                <a:off x="-268614" y="129997"/>
                <a:ext cx="53436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74" name="Shape 174"/>
              <p:cNvSpPr/>
              <p:nvPr/>
            </p:nvSpPr>
            <p:spPr>
              <a:xfrm flipH="1">
                <a:off x="-263543" y="127842"/>
                <a:ext cx="1" cy="639054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75" name="Shape 175"/>
              <p:cNvSpPr/>
              <p:nvPr/>
            </p:nvSpPr>
            <p:spPr>
              <a:xfrm flipH="1">
                <a:off x="259149" y="131473"/>
                <a:ext cx="1" cy="12777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77" name="Shape 177"/>
            <p:cNvSpPr/>
            <p:nvPr/>
          </p:nvSpPr>
          <p:spPr>
            <a:xfrm>
              <a:off x="386880" y="0"/>
              <a:ext cx="514233" cy="31203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***</a:t>
              </a:r>
            </a:p>
          </p:txBody>
        </p:sp>
        <p:sp>
          <p:nvSpPr>
            <p:cNvPr id="178" name="Shape 178"/>
            <p:cNvSpPr/>
            <p:nvPr/>
          </p:nvSpPr>
          <p:spPr>
            <a:xfrm>
              <a:off x="136169" y="386108"/>
              <a:ext cx="514233" cy="312037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***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12700" dist="127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25400" dist="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12700" dist="127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3175" cap="flat">
          <a:noFill/>
          <a:miter lim="400000"/>
        </a:ln>
        <a:effectLst>
          <a:outerShdw sx="100000" sy="100000" kx="0" ky="0" algn="b" rotWithShape="0" blurRad="12700" dist="127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29765" tIns="29765" rIns="29765" bIns="29765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9765" tIns="29765" rIns="29765" bIns="29765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12700" dist="127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25400" dist="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12700" dist="127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3175" cap="flat">
          <a:noFill/>
          <a:miter lim="400000"/>
        </a:ln>
        <a:effectLst>
          <a:outerShdw sx="100000" sy="100000" kx="0" ky="0" algn="b" rotWithShape="0" blurRad="12700" dist="127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29765" tIns="29765" rIns="29765" bIns="29765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9765" tIns="29765" rIns="29765" bIns="29765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