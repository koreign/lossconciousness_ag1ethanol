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5"/>
  </p:sldMasterIdLst>
  <p:notesMasterIdLst>
    <p:notesMasterId r:id="rId7"/>
  </p:notesMasterIdLst>
  <p:sldIdLst>
    <p:sldId id="256" r:id="rId8"/>
  </p:sldIdLst>
  <p:sldSz cx="13004800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1pPr>
    <a:lvl2pPr marL="0" marR="0" indent="228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2pPr>
    <a:lvl3pPr marL="0" marR="0" indent="457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3pPr>
    <a:lvl4pPr marL="0" marR="0" indent="685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4pPr>
    <a:lvl5pPr marL="0" marR="0" indent="9144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5pPr>
    <a:lvl6pPr marL="0" marR="0" indent="11430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6pPr>
    <a:lvl7pPr marL="0" marR="0" indent="1371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7pPr>
    <a:lvl8pPr marL="0" marR="0" indent="1600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8pPr>
    <a:lvl9pPr marL="0" marR="0" indent="1828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 b="def" i="def"/>
      <a:tcStyle>
        <a:tcBdr/>
        <a:fill>
          <a:solidFill>
            <a:srgbClr val="E1E0DA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2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3D7"/>
          </a:solidFill>
        </a:fill>
      </a:tcStyle>
    </a:wholeTbl>
    <a:band2H>
      <a:tcTxStyle b="def" i="def"/>
      <a:tcStyle>
        <a:tcBdr/>
        <a:fill>
          <a:solidFill>
            <a:srgbClr val="C3C2C2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 b="def" i="def"/>
      <a:tcStyle>
        <a:tcBdr/>
        <a:fill>
          <a:solidFill>
            <a:srgbClr val="DCE5E6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 b="def" i="def"/>
      <a:tcStyle>
        <a:tcBdr/>
        <a:fill>
          <a:solidFill>
            <a:srgbClr val="DEDEDF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1"/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17" name="Shape 117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Sp="1" showMasterPhAnim="1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/>
          <p:nvPr>
            <p:ph type="title"/>
          </p:nvPr>
        </p:nvSpPr>
        <p:spPr>
          <a:xfrm>
            <a:off x="1270000" y="1638300"/>
            <a:ext cx="10464800" cy="3302000"/>
          </a:xfrm>
          <a:prstGeom prst="rect">
            <a:avLst/>
          </a:prstGeom>
        </p:spPr>
        <p:txBody>
          <a:bodyPr anchor="b"/>
          <a:lstStyle/>
          <a:p>
            <a:pPr/>
            <a:r>
              <a:t>Title Text</a:t>
            </a:r>
          </a:p>
        </p:txBody>
      </p:sp>
      <p:sp>
        <p:nvSpPr>
          <p:cNvPr id="12" name="Shape 12"/>
          <p:cNvSpPr/>
          <p:nvPr>
            <p:ph type="body" sz="quarter" idx="1"/>
          </p:nvPr>
        </p:nvSpPr>
        <p:spPr>
          <a:xfrm>
            <a:off x="1270000" y="5029200"/>
            <a:ext cx="10464800" cy="11303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200"/>
            </a:lvl1pPr>
            <a:lvl2pPr marL="0" indent="228600" algn="ctr">
              <a:spcBef>
                <a:spcPts val="0"/>
              </a:spcBef>
              <a:buSzTx/>
              <a:buNone/>
              <a:defRPr sz="3200"/>
            </a:lvl2pPr>
            <a:lvl3pPr marL="0" indent="457200" algn="ctr">
              <a:spcBef>
                <a:spcPts val="0"/>
              </a:spcBef>
              <a:buSzTx/>
              <a:buNone/>
              <a:defRPr sz="3200"/>
            </a:lvl3pPr>
            <a:lvl4pPr marL="0" indent="685800" algn="ctr">
              <a:spcBef>
                <a:spcPts val="0"/>
              </a:spcBef>
              <a:buSzTx/>
              <a:buNone/>
              <a:defRPr sz="3200"/>
            </a:lvl4pPr>
            <a:lvl5pPr marL="0" indent="914400" algn="ctr">
              <a:spcBef>
                <a:spcPts val="0"/>
              </a:spcBef>
              <a:buSzTx/>
              <a:buNone/>
              <a:defRPr sz="32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hape 13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/>
          <p:nvPr>
            <p:ph type="pic" idx="13"/>
          </p:nvPr>
        </p:nvSpPr>
        <p:spPr>
          <a:xfrm>
            <a:off x="1606550" y="635000"/>
            <a:ext cx="9779000" cy="59182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21" name="Shape 21"/>
          <p:cNvSpPr/>
          <p:nvPr>
            <p:ph type="title"/>
          </p:nvPr>
        </p:nvSpPr>
        <p:spPr>
          <a:xfrm>
            <a:off x="1270000" y="6718300"/>
            <a:ext cx="10464800" cy="1422400"/>
          </a:xfrm>
          <a:prstGeom prst="rect">
            <a:avLst/>
          </a:prstGeom>
        </p:spPr>
        <p:txBody>
          <a:bodyPr anchor="b"/>
          <a:lstStyle/>
          <a:p>
            <a:pPr/>
            <a:r>
              <a:t>Title Text</a:t>
            </a:r>
          </a:p>
        </p:txBody>
      </p:sp>
      <p:sp>
        <p:nvSpPr>
          <p:cNvPr id="22" name="Shape 22"/>
          <p:cNvSpPr/>
          <p:nvPr>
            <p:ph type="body" sz="quarter" idx="1"/>
          </p:nvPr>
        </p:nvSpPr>
        <p:spPr>
          <a:xfrm>
            <a:off x="1270000" y="8191500"/>
            <a:ext cx="10464800" cy="11303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200"/>
            </a:lvl1pPr>
            <a:lvl2pPr marL="0" indent="228600" algn="ctr">
              <a:spcBef>
                <a:spcPts val="0"/>
              </a:spcBef>
              <a:buSzTx/>
              <a:buNone/>
              <a:defRPr sz="3200"/>
            </a:lvl2pPr>
            <a:lvl3pPr marL="0" indent="457200" algn="ctr">
              <a:spcBef>
                <a:spcPts val="0"/>
              </a:spcBef>
              <a:buSzTx/>
              <a:buNone/>
              <a:defRPr sz="3200"/>
            </a:lvl3pPr>
            <a:lvl4pPr marL="0" indent="685800" algn="ctr">
              <a:spcBef>
                <a:spcPts val="0"/>
              </a:spcBef>
              <a:buSzTx/>
              <a:buNone/>
              <a:defRPr sz="3200"/>
            </a:lvl4pPr>
            <a:lvl5pPr marL="0" indent="914400" algn="ctr">
              <a:spcBef>
                <a:spcPts val="0"/>
              </a:spcBef>
              <a:buSzTx/>
              <a:buNone/>
              <a:defRPr sz="32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hape 23"/>
          <p:cNvSpPr/>
          <p:nvPr>
            <p:ph type="sldNum" sz="quarter" idx="2"/>
          </p:nvPr>
        </p:nvSpPr>
        <p:spPr>
          <a:xfrm>
            <a:off x="6311798" y="9245600"/>
            <a:ext cx="368504" cy="3810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30"/>
          <p:cNvSpPr/>
          <p:nvPr>
            <p:ph type="title"/>
          </p:nvPr>
        </p:nvSpPr>
        <p:spPr>
          <a:xfrm>
            <a:off x="1270000" y="3225800"/>
            <a:ext cx="10464800" cy="3302000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1" name="Shape 31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38"/>
          <p:cNvSpPr/>
          <p:nvPr>
            <p:ph type="pic" sz="half" idx="13"/>
          </p:nvPr>
        </p:nvSpPr>
        <p:spPr>
          <a:xfrm>
            <a:off x="6718300" y="635000"/>
            <a:ext cx="5334000" cy="82296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39" name="Shape 39"/>
          <p:cNvSpPr/>
          <p:nvPr>
            <p:ph type="title"/>
          </p:nvPr>
        </p:nvSpPr>
        <p:spPr>
          <a:xfrm>
            <a:off x="952500" y="635000"/>
            <a:ext cx="5334000" cy="3987800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pPr/>
            <a:r>
              <a:t>Title Text</a:t>
            </a:r>
          </a:p>
        </p:txBody>
      </p:sp>
      <p:sp>
        <p:nvSpPr>
          <p:cNvPr id="40" name="Shape 40"/>
          <p:cNvSpPr/>
          <p:nvPr>
            <p:ph type="body" sz="quarter" idx="1"/>
          </p:nvPr>
        </p:nvSpPr>
        <p:spPr>
          <a:xfrm>
            <a:off x="952500" y="4762500"/>
            <a:ext cx="5334000" cy="41021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200"/>
            </a:lvl1pPr>
            <a:lvl2pPr marL="0" indent="228600" algn="ctr">
              <a:spcBef>
                <a:spcPts val="0"/>
              </a:spcBef>
              <a:buSzTx/>
              <a:buNone/>
              <a:defRPr sz="3200"/>
            </a:lvl2pPr>
            <a:lvl3pPr marL="0" indent="457200" algn="ctr">
              <a:spcBef>
                <a:spcPts val="0"/>
              </a:spcBef>
              <a:buSzTx/>
              <a:buNone/>
              <a:defRPr sz="3200"/>
            </a:lvl3pPr>
            <a:lvl4pPr marL="0" indent="685800" algn="ctr">
              <a:spcBef>
                <a:spcPts val="0"/>
              </a:spcBef>
              <a:buSzTx/>
              <a:buNone/>
              <a:defRPr sz="3200"/>
            </a:lvl4pPr>
            <a:lvl5pPr marL="0" indent="914400" algn="ctr">
              <a:spcBef>
                <a:spcPts val="0"/>
              </a:spcBef>
              <a:buSzTx/>
              <a:buNone/>
              <a:defRPr sz="32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1" name="Shape 41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hape 48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9" name="Shape 49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hape 56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7" name="Shape 57"/>
          <p:cNvSpPr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Shape 58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hape 65"/>
          <p:cNvSpPr/>
          <p:nvPr>
            <p:ph type="pic" sz="half" idx="13"/>
          </p:nvPr>
        </p:nvSpPr>
        <p:spPr>
          <a:xfrm>
            <a:off x="6718300" y="2603500"/>
            <a:ext cx="5334000" cy="62865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66" name="Shape 66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67" name="Shape 67"/>
          <p:cNvSpPr/>
          <p:nvPr>
            <p:ph type="body" sz="half" idx="1"/>
          </p:nvPr>
        </p:nvSpPr>
        <p:spPr>
          <a:xfrm>
            <a:off x="952500" y="2603500"/>
            <a:ext cx="5334000" cy="6286500"/>
          </a:xfrm>
          <a:prstGeom prst="rect">
            <a:avLst/>
          </a:prstGeom>
        </p:spPr>
        <p:txBody>
          <a:bodyPr/>
          <a:lstStyle>
            <a:lvl1pPr marL="342900" indent="-342900">
              <a:spcBef>
                <a:spcPts val="3200"/>
              </a:spcBef>
              <a:defRPr sz="2800"/>
            </a:lvl1pPr>
            <a:lvl2pPr marL="685800" indent="-342900">
              <a:spcBef>
                <a:spcPts val="3200"/>
              </a:spcBef>
              <a:defRPr sz="2800"/>
            </a:lvl2pPr>
            <a:lvl3pPr marL="1028700" indent="-342900">
              <a:spcBef>
                <a:spcPts val="3200"/>
              </a:spcBef>
              <a:defRPr sz="2800"/>
            </a:lvl3pPr>
            <a:lvl4pPr marL="1371600" indent="-342900">
              <a:spcBef>
                <a:spcPts val="3200"/>
              </a:spcBef>
              <a:defRPr sz="2800"/>
            </a:lvl4pPr>
            <a:lvl5pPr marL="1714500" indent="-342900">
              <a:spcBef>
                <a:spcPts val="32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" name="Shape 68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75"/>
          <p:cNvSpPr/>
          <p:nvPr>
            <p:ph type="body" idx="1"/>
          </p:nvPr>
        </p:nvSpPr>
        <p:spPr>
          <a:xfrm>
            <a:off x="952500" y="1270000"/>
            <a:ext cx="11099800" cy="7213600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6" name="Shape 76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Shape 83"/>
          <p:cNvSpPr/>
          <p:nvPr>
            <p:ph type="pic" sz="quarter" idx="13"/>
          </p:nvPr>
        </p:nvSpPr>
        <p:spPr>
          <a:xfrm>
            <a:off x="6718300" y="5092700"/>
            <a:ext cx="5334000" cy="37719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84" name="Shape 84"/>
          <p:cNvSpPr/>
          <p:nvPr>
            <p:ph type="pic" sz="quarter" idx="14"/>
          </p:nvPr>
        </p:nvSpPr>
        <p:spPr>
          <a:xfrm>
            <a:off x="6724518" y="889000"/>
            <a:ext cx="5334001" cy="37719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85" name="Shape 85"/>
          <p:cNvSpPr/>
          <p:nvPr>
            <p:ph type="pic" sz="half" idx="15"/>
          </p:nvPr>
        </p:nvSpPr>
        <p:spPr>
          <a:xfrm>
            <a:off x="952500" y="889000"/>
            <a:ext cx="5334000" cy="79756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86" name="Shape 86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Shape 93"/>
          <p:cNvSpPr/>
          <p:nvPr>
            <p:ph type="body" sz="quarter" idx="13"/>
          </p:nvPr>
        </p:nvSpPr>
        <p:spPr>
          <a:xfrm>
            <a:off x="1270000" y="6362700"/>
            <a:ext cx="10464800" cy="469900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2400"/>
            </a:lvl1pPr>
          </a:lstStyle>
          <a:p>
            <a:pPr/>
            <a:r>
              <a:t>–Johnny Appleseed</a:t>
            </a:r>
          </a:p>
        </p:txBody>
      </p:sp>
      <p:sp>
        <p:nvSpPr>
          <p:cNvPr id="94" name="Shape 94"/>
          <p:cNvSpPr/>
          <p:nvPr>
            <p:ph type="body" sz="quarter" idx="14"/>
          </p:nvPr>
        </p:nvSpPr>
        <p:spPr>
          <a:xfrm>
            <a:off x="1270000" y="4267200"/>
            <a:ext cx="10464800" cy="68580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3800"/>
            </a:lvl1pPr>
          </a:lstStyle>
          <a:p>
            <a:pPr/>
            <a:r>
              <a:t>“Type a quote here.” </a:t>
            </a:r>
          </a:p>
        </p:txBody>
      </p:sp>
      <p:sp>
        <p:nvSpPr>
          <p:cNvPr id="95" name="Shape 95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hape 102"/>
          <p:cNvSpPr/>
          <p:nvPr>
            <p:ph type="pic" idx="13"/>
          </p:nvPr>
        </p:nvSpPr>
        <p:spPr>
          <a:xfrm>
            <a:off x="0" y="0"/>
            <a:ext cx="13004800" cy="97536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103" name="Shape 103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hape 110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>
            <p:ph type="title"/>
          </p:nvPr>
        </p:nvSpPr>
        <p:spPr>
          <a:xfrm>
            <a:off x="952500" y="444500"/>
            <a:ext cx="11099800" cy="2159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Shape 3"/>
          <p:cNvSpPr/>
          <p:nvPr>
            <p:ph type="body" idx="1"/>
          </p:nvPr>
        </p:nvSpPr>
        <p:spPr>
          <a:xfrm>
            <a:off x="952500" y="2603500"/>
            <a:ext cx="11099800" cy="6286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hape 4"/>
          <p:cNvSpPr/>
          <p:nvPr>
            <p:ph type="sldNum" sz="quarter" idx="2"/>
          </p:nvPr>
        </p:nvSpPr>
        <p:spPr>
          <a:xfrm>
            <a:off x="6311798" y="9251950"/>
            <a:ext cx="368504" cy="3810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transition xmlns:p14="http://schemas.microsoft.com/office/powerpoint/2010/main" spd="med" advClick="1"/>
  <p:txStyles>
    <p:title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228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685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1143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1600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9pPr>
    </p:titleStyle>
    <p:bodyStyle>
      <a:lvl1pPr marL="444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36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1pPr>
      <a:lvl2pPr marL="889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36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2pPr>
      <a:lvl3pPr marL="1333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36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3pPr>
      <a:lvl4pPr marL="1778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36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4pPr>
      <a:lvl5pPr marL="2222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36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5pPr>
      <a:lvl6pPr marL="2667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36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6pPr>
      <a:lvl7pPr marL="3111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36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7pPr>
      <a:lvl8pPr marL="3556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36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8pPr>
      <a:lvl9pPr marL="4000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36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228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685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1143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1600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4" name="Group 134"/>
          <p:cNvGrpSpPr/>
          <p:nvPr/>
        </p:nvGrpSpPr>
        <p:grpSpPr>
          <a:xfrm>
            <a:off x="-1" y="523851"/>
            <a:ext cx="13004802" cy="8705898"/>
            <a:chOff x="712324" y="0"/>
            <a:chExt cx="13004800" cy="8705896"/>
          </a:xfrm>
        </p:grpSpPr>
        <p:pic>
          <p:nvPicPr>
            <p:cNvPr id="119" name="NoStim-FC-IN_phase2472.png"/>
            <p:cNvPicPr>
              <a:picLocks noChangeAspect="1"/>
            </p:cNvPicPr>
            <p:nvPr/>
          </p:nvPicPr>
          <p:blipFill>
            <a:blip r:embed="rId2">
              <a:extLst/>
            </a:blip>
            <a:srcRect l="0" t="0" r="0" b="0"/>
            <a:stretch>
              <a:fillRect/>
            </a:stretch>
          </p:blipFill>
          <p:spPr>
            <a:xfrm>
              <a:off x="1354844" y="5170789"/>
              <a:ext cx="4720217" cy="353510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0" name="IN-FC_phase1188.png"/>
            <p:cNvPicPr>
              <a:picLocks noChangeAspect="1"/>
            </p:cNvPicPr>
            <p:nvPr/>
          </p:nvPicPr>
          <p:blipFill>
            <a:blip r:embed="rId3">
              <a:extLst/>
            </a:blip>
            <a:srcRect l="0" t="0" r="0" b="0"/>
            <a:stretch>
              <a:fillRect/>
            </a:stretch>
          </p:blipFill>
          <p:spPr>
            <a:xfrm>
              <a:off x="1354843" y="1293400"/>
              <a:ext cx="4720218" cy="353510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1" name="OUT-FC_phase471.png"/>
            <p:cNvPicPr>
              <a:picLocks noChangeAspect="1"/>
            </p:cNvPicPr>
            <p:nvPr/>
          </p:nvPicPr>
          <p:blipFill>
            <a:blip r:embed="rId4">
              <a:extLst/>
            </a:blip>
            <a:srcRect l="0" t="0" r="0" b="0"/>
            <a:stretch>
              <a:fillRect/>
            </a:stretch>
          </p:blipFill>
          <p:spPr>
            <a:xfrm>
              <a:off x="8996908" y="1293400"/>
              <a:ext cx="4720217" cy="353510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2" name="NoStim-FC-OUT_phase776.png"/>
            <p:cNvPicPr>
              <a:picLocks noChangeAspect="1"/>
            </p:cNvPicPr>
            <p:nvPr/>
          </p:nvPicPr>
          <p:blipFill>
            <a:blip r:embed="rId5">
              <a:extLst/>
            </a:blip>
            <a:srcRect l="0" t="0" r="0" b="0"/>
            <a:stretch>
              <a:fillRect/>
            </a:stretch>
          </p:blipFill>
          <p:spPr>
            <a:xfrm>
              <a:off x="8996908" y="5170789"/>
              <a:ext cx="4720217" cy="353510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3" name="OUT-FC-Detect_phase1939.png"/>
            <p:cNvPicPr>
              <a:picLocks noChangeAspect="1"/>
            </p:cNvPicPr>
            <p:nvPr/>
          </p:nvPicPr>
          <p:blipFill>
            <a:blip r:embed="rId6">
              <a:extLst/>
            </a:blip>
            <a:srcRect l="0" t="0" r="0" b="0"/>
            <a:stretch>
              <a:fillRect/>
            </a:stretch>
          </p:blipFill>
          <p:spPr>
            <a:xfrm>
              <a:off x="5164604" y="1293400"/>
              <a:ext cx="4720218" cy="353510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24" name="Shape 124"/>
            <p:cNvSpPr/>
            <p:nvPr/>
          </p:nvSpPr>
          <p:spPr>
            <a:xfrm>
              <a:off x="2903973" y="811210"/>
              <a:ext cx="1991189" cy="55251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>
                <a:defRPr sz="1600"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pPr/>
              <a:r>
                <a:t>IN (n = 9)</a:t>
              </a:r>
            </a:p>
          </p:txBody>
        </p:sp>
        <p:sp>
          <p:nvSpPr>
            <p:cNvPr id="125" name="Shape 125"/>
            <p:cNvSpPr/>
            <p:nvPr/>
          </p:nvSpPr>
          <p:spPr>
            <a:xfrm>
              <a:off x="6021223" y="811210"/>
              <a:ext cx="3379265" cy="55251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>
                <a:defRPr sz="1600"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pPr/>
              <a:r>
                <a:t>OUT-detect (n = 9)</a:t>
              </a:r>
            </a:p>
          </p:txBody>
        </p:sp>
        <p:sp>
          <p:nvSpPr>
            <p:cNvPr id="126" name="Shape 126"/>
            <p:cNvSpPr/>
            <p:nvPr/>
          </p:nvSpPr>
          <p:spPr>
            <a:xfrm>
              <a:off x="4337332" y="0"/>
              <a:ext cx="3137214" cy="55251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>
                <a:defRPr sz="1600"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pPr/>
              <a:r>
                <a:t>In-phase Interval</a:t>
              </a:r>
            </a:p>
          </p:txBody>
        </p:sp>
        <p:sp>
          <p:nvSpPr>
            <p:cNvPr id="127" name="Shape 127"/>
            <p:cNvSpPr/>
            <p:nvPr/>
          </p:nvSpPr>
          <p:spPr>
            <a:xfrm>
              <a:off x="9603509" y="0"/>
              <a:ext cx="3840059" cy="55251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>
                <a:defRPr sz="1600"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pPr/>
              <a:r>
                <a:t>Out-of-phase Interval</a:t>
              </a:r>
            </a:p>
          </p:txBody>
        </p:sp>
        <p:sp>
          <p:nvSpPr>
            <p:cNvPr id="128" name="Shape 128"/>
            <p:cNvSpPr/>
            <p:nvPr/>
          </p:nvSpPr>
          <p:spPr>
            <a:xfrm>
              <a:off x="2146203" y="4711143"/>
              <a:ext cx="3506730" cy="55251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>
                <a:defRPr sz="1600"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pPr/>
              <a:r>
                <a:t>NoSTIM-IN (n = 11)</a:t>
              </a:r>
            </a:p>
          </p:txBody>
        </p:sp>
        <p:sp>
          <p:nvSpPr>
            <p:cNvPr id="129" name="Shape 129"/>
            <p:cNvSpPr/>
            <p:nvPr/>
          </p:nvSpPr>
          <p:spPr>
            <a:xfrm>
              <a:off x="9603509" y="4711143"/>
              <a:ext cx="3840059" cy="55251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>
                <a:defRPr sz="1600"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pPr/>
              <a:r>
                <a:t>NoSTIM-OUT (n = 11)</a:t>
              </a:r>
            </a:p>
          </p:txBody>
        </p:sp>
        <p:sp>
          <p:nvSpPr>
            <p:cNvPr id="130" name="Shape 130"/>
            <p:cNvSpPr/>
            <p:nvPr/>
          </p:nvSpPr>
          <p:spPr>
            <a:xfrm>
              <a:off x="10196521" y="811210"/>
              <a:ext cx="2321215" cy="55251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>
                <a:defRPr sz="1600"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pPr/>
              <a:r>
                <a:t>OUT (n = 9)</a:t>
              </a:r>
            </a:p>
          </p:txBody>
        </p:sp>
        <p:sp>
          <p:nvSpPr>
            <p:cNvPr id="131" name="Shape 131"/>
            <p:cNvSpPr/>
            <p:nvPr/>
          </p:nvSpPr>
          <p:spPr>
            <a:xfrm>
              <a:off x="2484783" y="681861"/>
              <a:ext cx="6842312" cy="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400"/>
              </a:pPr>
            </a:p>
          </p:txBody>
        </p:sp>
        <p:sp>
          <p:nvSpPr>
            <p:cNvPr id="132" name="Shape 132"/>
            <p:cNvSpPr/>
            <p:nvPr/>
          </p:nvSpPr>
          <p:spPr>
            <a:xfrm>
              <a:off x="10180526" y="681861"/>
              <a:ext cx="2686023" cy="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400"/>
              </a:pPr>
            </a:p>
          </p:txBody>
        </p:sp>
        <p:sp>
          <p:nvSpPr>
            <p:cNvPr id="133" name="Shape 133"/>
            <p:cNvSpPr/>
            <p:nvPr/>
          </p:nvSpPr>
          <p:spPr>
            <a:xfrm rot="16200000">
              <a:off x="-1700380" y="4310965"/>
              <a:ext cx="6178277" cy="13528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000">
                  <a:latin typeface="Helvetica"/>
                  <a:ea typeface="Helvetica"/>
                  <a:cs typeface="Helvetica"/>
                  <a:sym typeface="Helvetica"/>
                </a:defRPr>
              </a:pPr>
              <a:r>
                <a:t>Fear Conditioning </a:t>
              </a:r>
            </a:p>
            <a:p>
              <a:pPr>
                <a:defRPr sz="2000">
                  <a:latin typeface="Helvetica"/>
                  <a:ea typeface="Helvetica"/>
                  <a:cs typeface="Helvetica"/>
                  <a:sym typeface="Helvetica"/>
                </a:defRPr>
              </a:pPr>
              <a:r>
                <a:t>Prv-mhCHR2-eYFP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theme/_rels/theme1.xml.rels><?xml version="1.0" encoding="UTF-8" standalone="yes"?><Relationships xmlns="http://schemas.openxmlformats.org/package/2006/relationships"><Relationship Id="rId1" Type="http://schemas.openxmlformats.org/officeDocument/2006/relationships/image" Target="../media/image1.png"/></Relationships>

</file>

<file path=ppt/theme/_rels/theme2.xml.rels><?xml version="1.0" encoding="UTF-8" standalone="yes"?><Relationships xmlns="http://schemas.openxmlformats.org/package/2006/relationships"><Relationship Id="rId1" Type="http://schemas.openxmlformats.org/officeDocument/2006/relationships/image" Target="../media/image1.png"/></Relationships>

</file>

<file path=ppt/theme/theme1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5400" dir="5400000">
              <a:srgbClr val="000000">
                <a:alpha val="50000"/>
              </a:srgbClr>
            </a:outerShdw>
          </a:effectLst>
        </a:effectStyle>
        <a:effectStyle>
          <a:effectLst>
            <a:outerShdw sx="100000" sy="100000" kx="0" ky="0" algn="b" rotWithShape="0" blurRad="50800" dist="12700" dir="0">
              <a:srgbClr val="000000">
                <a:alpha val="50000"/>
              </a:srgbClr>
            </a:outerShdw>
          </a:effectLst>
        </a:effectStyle>
        <a:effectStyle>
          <a:effectLst>
            <a:outerShdw sx="100000" sy="100000" kx="0" ky="0" algn="b" rotWithShape="0" blurRad="38100" dist="25400" dir="540000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r:embed="rId1"/>
          <a:srcRect l="0" t="0" r="0" b="0"/>
          <a:tile tx="0" ty="0" sx="100000" sy="100000" flip="none" algn="tl"/>
        </a:blipFill>
        <a:ln w="12700" cap="flat">
          <a:noFill/>
          <a:miter lim="400000"/>
        </a:ln>
        <a:effectLst>
          <a:outerShdw sx="100000" sy="100000" kx="0" ky="0" algn="b" rotWithShape="0" blurRad="38100" dist="25400" dir="540000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6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5400" dir="5400000">
              <a:srgbClr val="000000">
                <a:alpha val="50000"/>
              </a:srgbClr>
            </a:outerShdw>
          </a:effectLst>
        </a:effectStyle>
        <a:effectStyle>
          <a:effectLst>
            <a:outerShdw sx="100000" sy="100000" kx="0" ky="0" algn="b" rotWithShape="0" blurRad="50800" dist="12700" dir="0">
              <a:srgbClr val="000000">
                <a:alpha val="50000"/>
              </a:srgbClr>
            </a:outerShdw>
          </a:effectLst>
        </a:effectStyle>
        <a:effectStyle>
          <a:effectLst>
            <a:outerShdw sx="100000" sy="100000" kx="0" ky="0" algn="b" rotWithShape="0" blurRad="38100" dist="25400" dir="540000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r:embed="rId1"/>
          <a:srcRect l="0" t="0" r="0" b="0"/>
          <a:tile tx="0" ty="0" sx="100000" sy="100000" flip="none" algn="tl"/>
        </a:blipFill>
        <a:ln w="12700" cap="flat">
          <a:noFill/>
          <a:miter lim="400000"/>
        </a:ln>
        <a:effectLst>
          <a:outerShdw sx="100000" sy="100000" kx="0" ky="0" algn="b" rotWithShape="0" blurRad="38100" dist="25400" dir="540000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6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