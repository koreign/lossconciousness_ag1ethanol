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5"/>
  </p:sldMasterIdLst>
  <p:notesMasterIdLst>
    <p:notesMasterId r:id="rId7"/>
  </p:notesMasterIdLst>
  <p:sldIdLst>
    <p:sldId id="256" r:id="rId8"/>
  </p:sldIdLst>
  <p:sldSz cx="13004800" cy="9753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6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1pPr>
    <a:lvl2pPr marL="0" marR="0" indent="2286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6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2pPr>
    <a:lvl3pPr marL="0" marR="0" indent="4572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6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3pPr>
    <a:lvl4pPr marL="0" marR="0" indent="6858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6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4pPr>
    <a:lvl5pPr marL="0" marR="0" indent="9144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6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5pPr>
    <a:lvl6pPr marL="0" marR="0" indent="11430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6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6pPr>
    <a:lvl7pPr marL="0" marR="0" indent="13716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6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7pPr>
    <a:lvl8pPr marL="0" marR="0" indent="16002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6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8pPr>
    <a:lvl9pPr marL="0" marR="0" indent="18288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6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398CCE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 b="def" i="def"/>
      <a:tcStyle>
        <a:tcBdr/>
        <a:fill>
          <a:solidFill>
            <a:srgbClr val="E1E0DA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5AC831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2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E6E3D7"/>
          </a:solidFill>
        </a:fill>
      </a:tcStyle>
    </a:wholeTbl>
    <a:band2H>
      <a:tcTxStyle b="def" i="def"/>
      <a:tcStyle>
        <a:tcBdr/>
        <a:fill>
          <a:solidFill>
            <a:srgbClr val="C3C2C2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09C99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 b="def" i="def"/>
      <a:tcStyle>
        <a:tcBdr/>
        <a:fill>
          <a:solidFill>
            <a:srgbClr val="DCE5E6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D0D1D2"/>
          </a:solidFill>
        </a:fill>
      </a:tcStyle>
    </a:wholeTbl>
    <a:band2H>
      <a:tcTxStyle b="def" i="def"/>
      <a:tcStyle>
        <a:tcBdr/>
        <a:fill>
          <a:solidFill>
            <a:srgbClr val="DEDEDF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761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909398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67C85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1"/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116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17" name="Shape 117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Sp="1" showMasterPhAnim="1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1"/>
          <p:cNvSpPr/>
          <p:nvPr>
            <p:ph type="title"/>
          </p:nvPr>
        </p:nvSpPr>
        <p:spPr>
          <a:xfrm>
            <a:off x="1270000" y="1638300"/>
            <a:ext cx="10464800" cy="3302000"/>
          </a:xfrm>
          <a:prstGeom prst="rect">
            <a:avLst/>
          </a:prstGeom>
        </p:spPr>
        <p:txBody>
          <a:bodyPr anchor="b"/>
          <a:lstStyle/>
          <a:p>
            <a:pPr/>
            <a:r>
              <a:t>Title Text</a:t>
            </a:r>
          </a:p>
        </p:txBody>
      </p:sp>
      <p:sp>
        <p:nvSpPr>
          <p:cNvPr id="12" name="Shape 12"/>
          <p:cNvSpPr/>
          <p:nvPr>
            <p:ph type="body" sz="quarter" idx="1"/>
          </p:nvPr>
        </p:nvSpPr>
        <p:spPr>
          <a:xfrm>
            <a:off x="1270000" y="5029200"/>
            <a:ext cx="10464800" cy="11303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3200"/>
            </a:lvl1pPr>
            <a:lvl2pPr marL="0" indent="228600" algn="ctr">
              <a:spcBef>
                <a:spcPts val="0"/>
              </a:spcBef>
              <a:buSzTx/>
              <a:buNone/>
              <a:defRPr sz="3200"/>
            </a:lvl2pPr>
            <a:lvl3pPr marL="0" indent="457200" algn="ctr">
              <a:spcBef>
                <a:spcPts val="0"/>
              </a:spcBef>
              <a:buSzTx/>
              <a:buNone/>
              <a:defRPr sz="3200"/>
            </a:lvl3pPr>
            <a:lvl4pPr marL="0" indent="685800" algn="ctr">
              <a:spcBef>
                <a:spcPts val="0"/>
              </a:spcBef>
              <a:buSzTx/>
              <a:buNone/>
              <a:defRPr sz="3200"/>
            </a:lvl4pPr>
            <a:lvl5pPr marL="0" indent="914400" algn="ctr">
              <a:spcBef>
                <a:spcPts val="0"/>
              </a:spcBef>
              <a:buSzTx/>
              <a:buNone/>
              <a:defRPr sz="32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hape 13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Photo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20"/>
          <p:cNvSpPr/>
          <p:nvPr>
            <p:ph type="pic" idx="13"/>
          </p:nvPr>
        </p:nvSpPr>
        <p:spPr>
          <a:xfrm>
            <a:off x="1606550" y="635000"/>
            <a:ext cx="9779000" cy="59182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21" name="Shape 21"/>
          <p:cNvSpPr/>
          <p:nvPr>
            <p:ph type="title"/>
          </p:nvPr>
        </p:nvSpPr>
        <p:spPr>
          <a:xfrm>
            <a:off x="1270000" y="6718300"/>
            <a:ext cx="10464800" cy="1422400"/>
          </a:xfrm>
          <a:prstGeom prst="rect">
            <a:avLst/>
          </a:prstGeom>
        </p:spPr>
        <p:txBody>
          <a:bodyPr anchor="b"/>
          <a:lstStyle/>
          <a:p>
            <a:pPr/>
            <a:r>
              <a:t>Title Text</a:t>
            </a:r>
          </a:p>
        </p:txBody>
      </p:sp>
      <p:sp>
        <p:nvSpPr>
          <p:cNvPr id="22" name="Shape 22"/>
          <p:cNvSpPr/>
          <p:nvPr>
            <p:ph type="body" sz="quarter" idx="1"/>
          </p:nvPr>
        </p:nvSpPr>
        <p:spPr>
          <a:xfrm>
            <a:off x="1270000" y="8191500"/>
            <a:ext cx="10464800" cy="11303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3200"/>
            </a:lvl1pPr>
            <a:lvl2pPr marL="0" indent="228600" algn="ctr">
              <a:spcBef>
                <a:spcPts val="0"/>
              </a:spcBef>
              <a:buSzTx/>
              <a:buNone/>
              <a:defRPr sz="3200"/>
            </a:lvl2pPr>
            <a:lvl3pPr marL="0" indent="457200" algn="ctr">
              <a:spcBef>
                <a:spcPts val="0"/>
              </a:spcBef>
              <a:buSzTx/>
              <a:buNone/>
              <a:defRPr sz="3200"/>
            </a:lvl3pPr>
            <a:lvl4pPr marL="0" indent="685800" algn="ctr">
              <a:spcBef>
                <a:spcPts val="0"/>
              </a:spcBef>
              <a:buSzTx/>
              <a:buNone/>
              <a:defRPr sz="3200"/>
            </a:lvl4pPr>
            <a:lvl5pPr marL="0" indent="914400" algn="ctr">
              <a:spcBef>
                <a:spcPts val="0"/>
              </a:spcBef>
              <a:buSzTx/>
              <a:buNone/>
              <a:defRPr sz="32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3" name="Shape 23"/>
          <p:cNvSpPr/>
          <p:nvPr>
            <p:ph type="sldNum" sz="quarter" idx="2"/>
          </p:nvPr>
        </p:nvSpPr>
        <p:spPr>
          <a:xfrm>
            <a:off x="6311798" y="9245600"/>
            <a:ext cx="368504" cy="3810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Title -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30"/>
          <p:cNvSpPr/>
          <p:nvPr>
            <p:ph type="title"/>
          </p:nvPr>
        </p:nvSpPr>
        <p:spPr>
          <a:xfrm>
            <a:off x="1270000" y="3225800"/>
            <a:ext cx="10464800" cy="3302000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1" name="Shape 31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Photo -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38"/>
          <p:cNvSpPr/>
          <p:nvPr>
            <p:ph type="pic" sz="half" idx="13"/>
          </p:nvPr>
        </p:nvSpPr>
        <p:spPr>
          <a:xfrm>
            <a:off x="6718300" y="635000"/>
            <a:ext cx="5334000" cy="82296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39" name="Shape 39"/>
          <p:cNvSpPr/>
          <p:nvPr>
            <p:ph type="title"/>
          </p:nvPr>
        </p:nvSpPr>
        <p:spPr>
          <a:xfrm>
            <a:off x="952500" y="635000"/>
            <a:ext cx="5334000" cy="3987800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pPr/>
            <a:r>
              <a:t>Title Text</a:t>
            </a:r>
          </a:p>
        </p:txBody>
      </p:sp>
      <p:sp>
        <p:nvSpPr>
          <p:cNvPr id="40" name="Shape 40"/>
          <p:cNvSpPr/>
          <p:nvPr>
            <p:ph type="body" sz="quarter" idx="1"/>
          </p:nvPr>
        </p:nvSpPr>
        <p:spPr>
          <a:xfrm>
            <a:off x="952500" y="4762500"/>
            <a:ext cx="5334000" cy="41021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3200"/>
            </a:lvl1pPr>
            <a:lvl2pPr marL="0" indent="228600" algn="ctr">
              <a:spcBef>
                <a:spcPts val="0"/>
              </a:spcBef>
              <a:buSzTx/>
              <a:buNone/>
              <a:defRPr sz="3200"/>
            </a:lvl2pPr>
            <a:lvl3pPr marL="0" indent="457200" algn="ctr">
              <a:spcBef>
                <a:spcPts val="0"/>
              </a:spcBef>
              <a:buSzTx/>
              <a:buNone/>
              <a:defRPr sz="3200"/>
            </a:lvl3pPr>
            <a:lvl4pPr marL="0" indent="685800" algn="ctr">
              <a:spcBef>
                <a:spcPts val="0"/>
              </a:spcBef>
              <a:buSzTx/>
              <a:buNone/>
              <a:defRPr sz="3200"/>
            </a:lvl4pPr>
            <a:lvl5pPr marL="0" indent="914400" algn="ctr">
              <a:spcBef>
                <a:spcPts val="0"/>
              </a:spcBef>
              <a:buSzTx/>
              <a:buNone/>
              <a:defRPr sz="32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1" name="Shape 41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Shape 48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9" name="Shape 49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Shape 56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7" name="Shape 57"/>
          <p:cNvSpPr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8" name="Shape 58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hape 65"/>
          <p:cNvSpPr/>
          <p:nvPr>
            <p:ph type="pic" sz="half" idx="13"/>
          </p:nvPr>
        </p:nvSpPr>
        <p:spPr>
          <a:xfrm>
            <a:off x="6718300" y="2603500"/>
            <a:ext cx="5334000" cy="62865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66" name="Shape 66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67" name="Shape 67"/>
          <p:cNvSpPr/>
          <p:nvPr>
            <p:ph type="body" sz="half" idx="1"/>
          </p:nvPr>
        </p:nvSpPr>
        <p:spPr>
          <a:xfrm>
            <a:off x="952500" y="2603500"/>
            <a:ext cx="5334000" cy="6286500"/>
          </a:xfrm>
          <a:prstGeom prst="rect">
            <a:avLst/>
          </a:prstGeom>
        </p:spPr>
        <p:txBody>
          <a:bodyPr/>
          <a:lstStyle>
            <a:lvl1pPr marL="342900" indent="-342900">
              <a:spcBef>
                <a:spcPts val="3200"/>
              </a:spcBef>
              <a:defRPr sz="2800"/>
            </a:lvl1pPr>
            <a:lvl2pPr marL="685800" indent="-342900">
              <a:spcBef>
                <a:spcPts val="3200"/>
              </a:spcBef>
              <a:defRPr sz="2800"/>
            </a:lvl2pPr>
            <a:lvl3pPr marL="1028700" indent="-342900">
              <a:spcBef>
                <a:spcPts val="3200"/>
              </a:spcBef>
              <a:defRPr sz="2800"/>
            </a:lvl3pPr>
            <a:lvl4pPr marL="1371600" indent="-342900">
              <a:spcBef>
                <a:spcPts val="3200"/>
              </a:spcBef>
              <a:defRPr sz="2800"/>
            </a:lvl4pPr>
            <a:lvl5pPr marL="1714500" indent="-342900">
              <a:spcBef>
                <a:spcPts val="3200"/>
              </a:spcBef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8" name="Shape 68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75"/>
          <p:cNvSpPr/>
          <p:nvPr>
            <p:ph type="body" idx="1"/>
          </p:nvPr>
        </p:nvSpPr>
        <p:spPr>
          <a:xfrm>
            <a:off x="952500" y="1270000"/>
            <a:ext cx="11099800" cy="7213600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6" name="Shape 76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Shape 83"/>
          <p:cNvSpPr/>
          <p:nvPr>
            <p:ph type="pic" sz="quarter" idx="13"/>
          </p:nvPr>
        </p:nvSpPr>
        <p:spPr>
          <a:xfrm>
            <a:off x="6718300" y="5092700"/>
            <a:ext cx="5334000" cy="37719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84" name="Shape 84"/>
          <p:cNvSpPr/>
          <p:nvPr>
            <p:ph type="pic" sz="quarter" idx="14"/>
          </p:nvPr>
        </p:nvSpPr>
        <p:spPr>
          <a:xfrm>
            <a:off x="6724518" y="889000"/>
            <a:ext cx="5334001" cy="37719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85" name="Shape 85"/>
          <p:cNvSpPr/>
          <p:nvPr>
            <p:ph type="pic" sz="half" idx="15"/>
          </p:nvPr>
        </p:nvSpPr>
        <p:spPr>
          <a:xfrm>
            <a:off x="952500" y="889000"/>
            <a:ext cx="5334000" cy="79756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86" name="Shape 86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Shape 93"/>
          <p:cNvSpPr/>
          <p:nvPr>
            <p:ph type="body" sz="quarter" idx="13"/>
          </p:nvPr>
        </p:nvSpPr>
        <p:spPr>
          <a:xfrm>
            <a:off x="1270000" y="6362700"/>
            <a:ext cx="10464800" cy="469900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2400"/>
            </a:lvl1pPr>
          </a:lstStyle>
          <a:p>
            <a:pPr/>
            <a:r>
              <a:t>–Johnny Appleseed</a:t>
            </a:r>
          </a:p>
        </p:txBody>
      </p:sp>
      <p:sp>
        <p:nvSpPr>
          <p:cNvPr id="94" name="Shape 94"/>
          <p:cNvSpPr/>
          <p:nvPr>
            <p:ph type="body" sz="quarter" idx="14"/>
          </p:nvPr>
        </p:nvSpPr>
        <p:spPr>
          <a:xfrm>
            <a:off x="1270000" y="4267200"/>
            <a:ext cx="10464800" cy="68580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3800"/>
            </a:lvl1pPr>
          </a:lstStyle>
          <a:p>
            <a:pPr/>
            <a:r>
              <a:t>“Type a quote here.” </a:t>
            </a:r>
          </a:p>
        </p:txBody>
      </p:sp>
      <p:sp>
        <p:nvSpPr>
          <p:cNvPr id="95" name="Shape 95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Shape 102"/>
          <p:cNvSpPr/>
          <p:nvPr>
            <p:ph type="pic" idx="13"/>
          </p:nvPr>
        </p:nvSpPr>
        <p:spPr>
          <a:xfrm>
            <a:off x="0" y="0"/>
            <a:ext cx="13004800" cy="97536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103" name="Shape 103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hape 110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>
            <p:ph type="title"/>
          </p:nvPr>
        </p:nvSpPr>
        <p:spPr>
          <a:xfrm>
            <a:off x="952500" y="444500"/>
            <a:ext cx="11099800" cy="2159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Shape 3"/>
          <p:cNvSpPr/>
          <p:nvPr>
            <p:ph type="body" idx="1"/>
          </p:nvPr>
        </p:nvSpPr>
        <p:spPr>
          <a:xfrm>
            <a:off x="952500" y="2603500"/>
            <a:ext cx="11099800" cy="6286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hape 4"/>
          <p:cNvSpPr/>
          <p:nvPr>
            <p:ph type="sldNum" sz="quarter" idx="2"/>
          </p:nvPr>
        </p:nvSpPr>
        <p:spPr>
          <a:xfrm>
            <a:off x="6311798" y="9251950"/>
            <a:ext cx="368504" cy="3810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>
              <a:defRPr sz="18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transition xmlns:p14="http://schemas.microsoft.com/office/powerpoint/2010/main" spd="med" advClick="1"/>
  <p:txStyles>
    <p:title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1pPr>
      <a:lvl2pPr marL="0" marR="0" indent="228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2pPr>
      <a:lvl3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3pPr>
      <a:lvl4pPr marL="0" marR="0" indent="685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4pPr>
      <a:lvl5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5pPr>
      <a:lvl6pPr marL="0" marR="0" indent="1143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6pPr>
      <a:lvl7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7pPr>
      <a:lvl8pPr marL="0" marR="0" indent="1600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8pPr>
      <a:lvl9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9pPr>
    </p:titleStyle>
    <p:bodyStyle>
      <a:lvl1pPr marL="444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b="0" baseline="0" cap="none" i="0" spc="0" strike="noStrike" sz="36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1pPr>
      <a:lvl2pPr marL="889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b="0" baseline="0" cap="none" i="0" spc="0" strike="noStrike" sz="36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2pPr>
      <a:lvl3pPr marL="1333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b="0" baseline="0" cap="none" i="0" spc="0" strike="noStrike" sz="36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3pPr>
      <a:lvl4pPr marL="1778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b="0" baseline="0" cap="none" i="0" spc="0" strike="noStrike" sz="36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4pPr>
      <a:lvl5pPr marL="2222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b="0" baseline="0" cap="none" i="0" spc="0" strike="noStrike" sz="36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5pPr>
      <a:lvl6pPr marL="2667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b="0" baseline="0" cap="none" i="0" spc="0" strike="noStrike" sz="36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6pPr>
      <a:lvl7pPr marL="3111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b="0" baseline="0" cap="none" i="0" spc="0" strike="noStrike" sz="36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7pPr>
      <a:lvl8pPr marL="3556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b="0" baseline="0" cap="none" i="0" spc="0" strike="noStrike" sz="36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8pPr>
      <a:lvl9pPr marL="4000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b="0" baseline="0" cap="none" i="0" spc="0" strike="noStrike" sz="36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1pPr>
      <a:lvl2pPr marL="0" marR="0" indent="228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2pPr>
      <a:lvl3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3pPr>
      <a:lvl4pPr marL="0" marR="0" indent="685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4pPr>
      <a:lvl5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5pPr>
      <a:lvl6pPr marL="0" marR="0" indent="1143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6pPr>
      <a:lvl7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7pPr>
      <a:lvl8pPr marL="0" marR="0" indent="1600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8pPr>
      <a:lvl9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Relationship Id="rId11" Type="http://schemas.openxmlformats.org/officeDocument/2006/relationships/image" Target="../media/image11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Figure2.pdf"/>
          <p:cNvPicPr>
            <a:picLocks noChangeAspect="1"/>
          </p:cNvPicPr>
          <p:nvPr/>
        </p:nvPicPr>
        <p:blipFill>
          <a:blip r:embed="rId2">
            <a:extLst/>
          </a:blip>
          <a:srcRect l="0" t="0" r="50888" b="0"/>
          <a:stretch>
            <a:fillRect/>
          </a:stretch>
        </p:blipFill>
        <p:spPr>
          <a:xfrm>
            <a:off x="1205" y="1811612"/>
            <a:ext cx="6309322" cy="6138017"/>
          </a:xfrm>
          <a:prstGeom prst="rect">
            <a:avLst/>
          </a:prstGeom>
          <a:ln w="12700">
            <a:miter lim="400000"/>
          </a:ln>
        </p:spPr>
      </p:pic>
      <p:pic>
        <p:nvPicPr>
          <p:cNvPr id="120" name="FRO_1.png"/>
          <p:cNvPicPr>
            <a:picLocks noChangeAspect="1"/>
          </p:cNvPicPr>
          <p:nvPr/>
        </p:nvPicPr>
        <p:blipFill>
          <a:blip r:embed="rId3">
            <a:extLst/>
          </a:blip>
          <a:srcRect l="507" t="0" r="507" b="0"/>
          <a:stretch>
            <a:fillRect/>
          </a:stretch>
        </p:blipFill>
        <p:spPr>
          <a:xfrm>
            <a:off x="6742434" y="2192542"/>
            <a:ext cx="1983567" cy="1556146"/>
          </a:xfrm>
          <a:prstGeom prst="rect">
            <a:avLst/>
          </a:prstGeom>
          <a:ln w="12700">
            <a:miter lim="400000"/>
          </a:ln>
        </p:spPr>
      </p:pic>
      <p:pic>
        <p:nvPicPr>
          <p:cNvPr id="121" name="FRO_2.png"/>
          <p:cNvPicPr>
            <a:picLocks noChangeAspect="1"/>
          </p:cNvPicPr>
          <p:nvPr/>
        </p:nvPicPr>
        <p:blipFill>
          <a:blip r:embed="rId4">
            <a:extLst/>
          </a:blip>
          <a:srcRect l="507" t="0" r="507" b="0"/>
          <a:stretch>
            <a:fillRect/>
          </a:stretch>
        </p:blipFill>
        <p:spPr>
          <a:xfrm>
            <a:off x="8865240" y="2192542"/>
            <a:ext cx="1983567" cy="1556146"/>
          </a:xfrm>
          <a:prstGeom prst="rect">
            <a:avLst/>
          </a:prstGeom>
          <a:ln w="12700">
            <a:miter lim="400000"/>
          </a:ln>
        </p:spPr>
      </p:pic>
      <p:pic>
        <p:nvPicPr>
          <p:cNvPr id="122" name="FRO_3.png"/>
          <p:cNvPicPr>
            <a:picLocks noChangeAspect="1"/>
          </p:cNvPicPr>
          <p:nvPr/>
        </p:nvPicPr>
        <p:blipFill>
          <a:blip r:embed="rId5">
            <a:extLst/>
          </a:blip>
          <a:srcRect l="507" t="0" r="507" b="0"/>
          <a:stretch>
            <a:fillRect/>
          </a:stretch>
        </p:blipFill>
        <p:spPr>
          <a:xfrm>
            <a:off x="10988046" y="2192542"/>
            <a:ext cx="1983567" cy="1556146"/>
          </a:xfrm>
          <a:prstGeom prst="rect">
            <a:avLst/>
          </a:prstGeom>
          <a:ln w="12700">
            <a:miter lim="400000"/>
          </a:ln>
        </p:spPr>
      </p:pic>
      <p:pic>
        <p:nvPicPr>
          <p:cNvPr id="123" name="PAR_1.png"/>
          <p:cNvPicPr>
            <a:picLocks noChangeAspect="1"/>
          </p:cNvPicPr>
          <p:nvPr/>
        </p:nvPicPr>
        <p:blipFill>
          <a:blip r:embed="rId6">
            <a:extLst/>
          </a:blip>
          <a:srcRect l="0" t="1379" r="0" b="1379"/>
          <a:stretch>
            <a:fillRect/>
          </a:stretch>
        </p:blipFill>
        <p:spPr>
          <a:xfrm>
            <a:off x="6742434" y="3885292"/>
            <a:ext cx="1983567" cy="1556145"/>
          </a:xfrm>
          <a:prstGeom prst="rect">
            <a:avLst/>
          </a:prstGeom>
          <a:ln w="12700">
            <a:miter lim="400000"/>
          </a:ln>
        </p:spPr>
      </p:pic>
      <p:pic>
        <p:nvPicPr>
          <p:cNvPr id="124" name="PAR_2.png"/>
          <p:cNvPicPr>
            <a:picLocks noChangeAspect="1"/>
          </p:cNvPicPr>
          <p:nvPr/>
        </p:nvPicPr>
        <p:blipFill>
          <a:blip r:embed="rId7">
            <a:extLst/>
          </a:blip>
          <a:srcRect l="0" t="1379" r="0" b="1379"/>
          <a:stretch>
            <a:fillRect/>
          </a:stretch>
        </p:blipFill>
        <p:spPr>
          <a:xfrm>
            <a:off x="8865240" y="3885292"/>
            <a:ext cx="1983567" cy="1556145"/>
          </a:xfrm>
          <a:prstGeom prst="rect">
            <a:avLst/>
          </a:prstGeom>
          <a:ln w="12700">
            <a:miter lim="400000"/>
          </a:ln>
        </p:spPr>
      </p:pic>
      <p:pic>
        <p:nvPicPr>
          <p:cNvPr id="125" name="PAR_3.png"/>
          <p:cNvPicPr>
            <a:picLocks noChangeAspect="1"/>
          </p:cNvPicPr>
          <p:nvPr/>
        </p:nvPicPr>
        <p:blipFill>
          <a:blip r:embed="rId8">
            <a:extLst/>
          </a:blip>
          <a:srcRect l="0" t="1379" r="0" b="1379"/>
          <a:stretch>
            <a:fillRect/>
          </a:stretch>
        </p:blipFill>
        <p:spPr>
          <a:xfrm>
            <a:off x="10988046" y="3885292"/>
            <a:ext cx="1983567" cy="1556145"/>
          </a:xfrm>
          <a:prstGeom prst="rect">
            <a:avLst/>
          </a:prstGeom>
          <a:ln w="12700">
            <a:miter lim="400000"/>
          </a:ln>
        </p:spPr>
      </p:pic>
      <p:pic>
        <p:nvPicPr>
          <p:cNvPr id="126" name="CA1_1.png"/>
          <p:cNvPicPr>
            <a:picLocks noChangeAspect="1"/>
          </p:cNvPicPr>
          <p:nvPr/>
        </p:nvPicPr>
        <p:blipFill>
          <a:blip r:embed="rId9">
            <a:extLst/>
          </a:blip>
          <a:srcRect l="0" t="1379" r="0" b="1379"/>
          <a:stretch>
            <a:fillRect/>
          </a:stretch>
        </p:blipFill>
        <p:spPr>
          <a:xfrm>
            <a:off x="6742434" y="5578041"/>
            <a:ext cx="1983567" cy="1556146"/>
          </a:xfrm>
          <a:prstGeom prst="rect">
            <a:avLst/>
          </a:prstGeom>
          <a:ln w="12700">
            <a:miter lim="400000"/>
          </a:ln>
        </p:spPr>
      </p:pic>
      <p:pic>
        <p:nvPicPr>
          <p:cNvPr id="127" name="CA1_2.png"/>
          <p:cNvPicPr>
            <a:picLocks noChangeAspect="1"/>
          </p:cNvPicPr>
          <p:nvPr/>
        </p:nvPicPr>
        <p:blipFill>
          <a:blip r:embed="rId10">
            <a:extLst/>
          </a:blip>
          <a:srcRect l="0" t="1379" r="0" b="1379"/>
          <a:stretch>
            <a:fillRect/>
          </a:stretch>
        </p:blipFill>
        <p:spPr>
          <a:xfrm>
            <a:off x="8865240" y="5578041"/>
            <a:ext cx="1983567" cy="1556146"/>
          </a:xfrm>
          <a:prstGeom prst="rect">
            <a:avLst/>
          </a:prstGeom>
          <a:ln w="12700">
            <a:miter lim="400000"/>
          </a:ln>
        </p:spPr>
      </p:pic>
      <p:pic>
        <p:nvPicPr>
          <p:cNvPr id="128" name="CA1_3.png"/>
          <p:cNvPicPr>
            <a:picLocks noChangeAspect="1"/>
          </p:cNvPicPr>
          <p:nvPr/>
        </p:nvPicPr>
        <p:blipFill>
          <a:blip r:embed="rId11">
            <a:extLst/>
          </a:blip>
          <a:srcRect l="0" t="1379" r="0" b="1379"/>
          <a:stretch>
            <a:fillRect/>
          </a:stretch>
        </p:blipFill>
        <p:spPr>
          <a:xfrm>
            <a:off x="10988046" y="5578041"/>
            <a:ext cx="1983567" cy="1556146"/>
          </a:xfrm>
          <a:prstGeom prst="rect">
            <a:avLst/>
          </a:prstGeom>
          <a:ln w="12700">
            <a:miter lim="400000"/>
          </a:ln>
        </p:spPr>
      </p:pic>
      <p:sp>
        <p:nvSpPr>
          <p:cNvPr id="129" name="Shape 129"/>
          <p:cNvSpPr/>
          <p:nvPr/>
        </p:nvSpPr>
        <p:spPr>
          <a:xfrm rot="16200000">
            <a:off x="5987558" y="2593150"/>
            <a:ext cx="931303" cy="36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1600">
                <a:solidFill>
                  <a:srgbClr val="7A7A7A"/>
                </a:solidFill>
              </a:defRPr>
            </a:lvl1pPr>
          </a:lstStyle>
          <a:p>
            <a:pPr/>
            <a:r>
              <a:t>FRO</a:t>
            </a:r>
          </a:p>
        </p:txBody>
      </p:sp>
      <p:sp>
        <p:nvSpPr>
          <p:cNvPr id="130" name="Shape 130"/>
          <p:cNvSpPr/>
          <p:nvPr/>
        </p:nvSpPr>
        <p:spPr>
          <a:xfrm rot="16200000">
            <a:off x="6422498" y="2378386"/>
            <a:ext cx="614563" cy="4037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1200">
                <a:solidFill>
                  <a:srgbClr val="7A7A7A"/>
                </a:solidFill>
              </a:defRPr>
            </a:lvl1pPr>
          </a:lstStyle>
          <a:p>
            <a:pPr/>
            <a:r>
              <a:t>mV</a:t>
            </a:r>
          </a:p>
        </p:txBody>
      </p:sp>
      <p:sp>
        <p:nvSpPr>
          <p:cNvPr id="131" name="Shape 131"/>
          <p:cNvSpPr/>
          <p:nvPr/>
        </p:nvSpPr>
        <p:spPr>
          <a:xfrm rot="16200000">
            <a:off x="6518569" y="3200252"/>
            <a:ext cx="304558" cy="3859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i="1" sz="1200">
                <a:solidFill>
                  <a:srgbClr val="7A7A7A"/>
                </a:solidFill>
              </a:defRPr>
            </a:lvl1pPr>
          </a:lstStyle>
          <a:p>
            <a:pPr/>
            <a:r>
              <a:t>P</a:t>
            </a:r>
          </a:p>
        </p:txBody>
      </p:sp>
      <p:sp>
        <p:nvSpPr>
          <p:cNvPr id="132" name="Shape 132"/>
          <p:cNvSpPr/>
          <p:nvPr/>
        </p:nvSpPr>
        <p:spPr>
          <a:xfrm rot="16200000">
            <a:off x="6125632" y="4474879"/>
            <a:ext cx="655155" cy="3769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1600">
                <a:solidFill>
                  <a:srgbClr val="7A7A7A"/>
                </a:solidFill>
              </a:defRPr>
            </a:lvl1pPr>
          </a:lstStyle>
          <a:p>
            <a:pPr/>
            <a:r>
              <a:t>PAR</a:t>
            </a:r>
          </a:p>
        </p:txBody>
      </p:sp>
      <p:sp>
        <p:nvSpPr>
          <p:cNvPr id="133" name="Shape 133"/>
          <p:cNvSpPr/>
          <p:nvPr/>
        </p:nvSpPr>
        <p:spPr>
          <a:xfrm rot="16200000">
            <a:off x="6132938" y="6144925"/>
            <a:ext cx="640543" cy="4223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1600">
                <a:solidFill>
                  <a:srgbClr val="7A7A7A"/>
                </a:solidFill>
              </a:defRPr>
            </a:lvl1pPr>
          </a:lstStyle>
          <a:p>
            <a:pPr/>
            <a:r>
              <a:t>CA1</a:t>
            </a:r>
          </a:p>
        </p:txBody>
      </p:sp>
      <p:sp>
        <p:nvSpPr>
          <p:cNvPr id="134" name="Shape 134"/>
          <p:cNvSpPr/>
          <p:nvPr/>
        </p:nvSpPr>
        <p:spPr>
          <a:xfrm>
            <a:off x="8222817" y="2754812"/>
            <a:ext cx="515801" cy="2457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r">
              <a:defRPr b="1" sz="1200">
                <a:solidFill>
                  <a:schemeClr val="accent5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IN</a:t>
            </a:r>
          </a:p>
        </p:txBody>
      </p:sp>
      <p:sp>
        <p:nvSpPr>
          <p:cNvPr id="135" name="Shape 135"/>
          <p:cNvSpPr/>
          <p:nvPr/>
        </p:nvSpPr>
        <p:spPr>
          <a:xfrm>
            <a:off x="7912603" y="2948010"/>
            <a:ext cx="826016" cy="2457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r">
              <a:defRPr b="1" sz="1200">
                <a:solidFill>
                  <a:srgbClr val="6DC851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OUT</a:t>
            </a:r>
          </a:p>
        </p:txBody>
      </p:sp>
      <p:sp>
        <p:nvSpPr>
          <p:cNvPr id="136" name="Shape 136"/>
          <p:cNvSpPr/>
          <p:nvPr/>
        </p:nvSpPr>
        <p:spPr>
          <a:xfrm>
            <a:off x="10451744" y="2751170"/>
            <a:ext cx="422380" cy="2457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r">
              <a:defRPr b="1" sz="1200">
                <a:solidFill>
                  <a:schemeClr val="accent5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IN</a:t>
            </a:r>
          </a:p>
        </p:txBody>
      </p:sp>
      <p:sp>
        <p:nvSpPr>
          <p:cNvPr id="137" name="Shape 137"/>
          <p:cNvSpPr/>
          <p:nvPr/>
        </p:nvSpPr>
        <p:spPr>
          <a:xfrm>
            <a:off x="9867603" y="2948010"/>
            <a:ext cx="1006522" cy="2457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r">
              <a:defRPr b="1" sz="12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NoSTIM-IN</a:t>
            </a:r>
          </a:p>
        </p:txBody>
      </p:sp>
      <p:sp>
        <p:nvSpPr>
          <p:cNvPr id="138" name="Shape 138"/>
          <p:cNvSpPr/>
          <p:nvPr/>
        </p:nvSpPr>
        <p:spPr>
          <a:xfrm>
            <a:off x="12280832" y="2754812"/>
            <a:ext cx="722763" cy="2457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r">
              <a:defRPr b="1" sz="1200">
                <a:solidFill>
                  <a:srgbClr val="6DC851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OUT</a:t>
            </a:r>
          </a:p>
        </p:txBody>
      </p:sp>
      <p:sp>
        <p:nvSpPr>
          <p:cNvPr id="139" name="Shape 139"/>
          <p:cNvSpPr/>
          <p:nvPr/>
        </p:nvSpPr>
        <p:spPr>
          <a:xfrm>
            <a:off x="11924872" y="2948010"/>
            <a:ext cx="1078723" cy="2457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r">
              <a:defRPr b="1" sz="12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NoSTIM-OUT</a:t>
            </a:r>
          </a:p>
        </p:txBody>
      </p:sp>
      <p:sp>
        <p:nvSpPr>
          <p:cNvPr id="140" name="Shape 140"/>
          <p:cNvSpPr/>
          <p:nvPr/>
        </p:nvSpPr>
        <p:spPr>
          <a:xfrm rot="16200000">
            <a:off x="6422497" y="3994344"/>
            <a:ext cx="614564" cy="4037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1200">
                <a:solidFill>
                  <a:srgbClr val="7A7A7A"/>
                </a:solidFill>
              </a:defRPr>
            </a:lvl1pPr>
          </a:lstStyle>
          <a:p>
            <a:pPr/>
            <a:r>
              <a:t>mV</a:t>
            </a:r>
          </a:p>
        </p:txBody>
      </p:sp>
      <p:sp>
        <p:nvSpPr>
          <p:cNvPr id="141" name="Shape 141"/>
          <p:cNvSpPr/>
          <p:nvPr/>
        </p:nvSpPr>
        <p:spPr>
          <a:xfrm rot="16200000">
            <a:off x="6518569" y="4933218"/>
            <a:ext cx="304558" cy="3859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i="1" sz="1200">
                <a:solidFill>
                  <a:srgbClr val="7A7A7A"/>
                </a:solidFill>
              </a:defRPr>
            </a:lvl1pPr>
          </a:lstStyle>
          <a:p>
            <a:pPr/>
            <a:r>
              <a:t>P</a:t>
            </a:r>
          </a:p>
        </p:txBody>
      </p:sp>
      <p:sp>
        <p:nvSpPr>
          <p:cNvPr id="142" name="Shape 142"/>
          <p:cNvSpPr/>
          <p:nvPr/>
        </p:nvSpPr>
        <p:spPr>
          <a:xfrm rot="16200000">
            <a:off x="6422498" y="5973033"/>
            <a:ext cx="614563" cy="4037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1200">
                <a:solidFill>
                  <a:srgbClr val="7A7A7A"/>
                </a:solidFill>
              </a:defRPr>
            </a:lvl1pPr>
          </a:lstStyle>
          <a:p>
            <a:pPr/>
            <a:r>
              <a:t>mV</a:t>
            </a:r>
          </a:p>
        </p:txBody>
      </p:sp>
      <p:sp>
        <p:nvSpPr>
          <p:cNvPr id="143" name="Shape 143"/>
          <p:cNvSpPr/>
          <p:nvPr/>
        </p:nvSpPr>
        <p:spPr>
          <a:xfrm rot="16200000">
            <a:off x="6518569" y="6559167"/>
            <a:ext cx="304558" cy="3859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i="1" sz="1200">
                <a:solidFill>
                  <a:srgbClr val="7A7A7A"/>
                </a:solidFill>
              </a:defRPr>
            </a:lvl1pPr>
          </a:lstStyle>
          <a:p>
            <a:pPr/>
            <a:r>
              <a:t>P</a:t>
            </a:r>
          </a:p>
        </p:txBody>
      </p:sp>
      <p:sp>
        <p:nvSpPr>
          <p:cNvPr id="144" name="Shape 144"/>
          <p:cNvSpPr/>
          <p:nvPr/>
        </p:nvSpPr>
        <p:spPr>
          <a:xfrm>
            <a:off x="1193335" y="2222047"/>
            <a:ext cx="931303" cy="362815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12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FRO-EEG</a:t>
            </a:r>
          </a:p>
        </p:txBody>
      </p:sp>
      <p:sp>
        <p:nvSpPr>
          <p:cNvPr id="145" name="Shape 145"/>
          <p:cNvSpPr/>
          <p:nvPr/>
        </p:nvSpPr>
        <p:spPr>
          <a:xfrm>
            <a:off x="1211234" y="3561257"/>
            <a:ext cx="895505" cy="46186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r>
              <a:t>FRO</a:t>
            </a:r>
          </a:p>
          <a:p>
            <a:pPr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r>
              <a:t>(7-10 Hz)</a:t>
            </a:r>
          </a:p>
        </p:txBody>
      </p:sp>
      <p:sp>
        <p:nvSpPr>
          <p:cNvPr id="146" name="Shape 146"/>
          <p:cNvSpPr/>
          <p:nvPr/>
        </p:nvSpPr>
        <p:spPr>
          <a:xfrm>
            <a:off x="4923885" y="7153826"/>
            <a:ext cx="722763" cy="30455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147" name="Shape 147"/>
          <p:cNvSpPr/>
          <p:nvPr/>
        </p:nvSpPr>
        <p:spPr>
          <a:xfrm>
            <a:off x="82745" y="1803918"/>
            <a:ext cx="403734" cy="362815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b="1" sz="20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A</a:t>
            </a:r>
          </a:p>
        </p:txBody>
      </p:sp>
      <p:sp>
        <p:nvSpPr>
          <p:cNvPr id="148" name="Shape 148"/>
          <p:cNvSpPr/>
          <p:nvPr/>
        </p:nvSpPr>
        <p:spPr>
          <a:xfrm>
            <a:off x="6044096" y="1803918"/>
            <a:ext cx="403734" cy="362815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b="1" sz="20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B</a:t>
            </a:r>
          </a:p>
        </p:txBody>
      </p:sp>
      <p:sp>
        <p:nvSpPr>
          <p:cNvPr id="149" name="Shape 149"/>
          <p:cNvSpPr/>
          <p:nvPr/>
        </p:nvSpPr>
        <p:spPr>
          <a:xfrm rot="16200000">
            <a:off x="5893524" y="6423933"/>
            <a:ext cx="461861" cy="362815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1200"/>
            </a:lvl1pPr>
          </a:lstStyle>
          <a:p>
            <a:pPr/>
            <a:r>
              <a:t>4 mV</a:t>
            </a:r>
          </a:p>
        </p:txBody>
      </p:sp>
      <p:sp>
        <p:nvSpPr>
          <p:cNvPr id="150" name="Shape 150"/>
          <p:cNvSpPr/>
          <p:nvPr/>
        </p:nvSpPr>
        <p:spPr>
          <a:xfrm>
            <a:off x="4415996" y="7217772"/>
            <a:ext cx="461861" cy="30455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12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1 s</a:t>
            </a:r>
          </a:p>
        </p:txBody>
      </p:sp>
      <p:sp>
        <p:nvSpPr>
          <p:cNvPr id="151" name="Shape 151"/>
          <p:cNvSpPr/>
          <p:nvPr/>
        </p:nvSpPr>
        <p:spPr>
          <a:xfrm flipV="1">
            <a:off x="5983989" y="6483556"/>
            <a:ext cx="1" cy="243570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</a:p>
        </p:txBody>
      </p:sp>
      <p:sp>
        <p:nvSpPr>
          <p:cNvPr id="152" name="Shape 152"/>
          <p:cNvSpPr/>
          <p:nvPr/>
        </p:nvSpPr>
        <p:spPr>
          <a:xfrm>
            <a:off x="7599448" y="7013069"/>
            <a:ext cx="461861" cy="3045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1200">
                <a:solidFill>
                  <a:srgbClr val="53585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s</a:t>
            </a:r>
          </a:p>
        </p:txBody>
      </p:sp>
      <p:sp>
        <p:nvSpPr>
          <p:cNvPr id="153" name="Shape 153"/>
          <p:cNvSpPr/>
          <p:nvPr/>
        </p:nvSpPr>
        <p:spPr>
          <a:xfrm>
            <a:off x="9737272" y="7013069"/>
            <a:ext cx="461861" cy="3045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1200">
                <a:solidFill>
                  <a:srgbClr val="53585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s</a:t>
            </a:r>
          </a:p>
        </p:txBody>
      </p:sp>
      <p:sp>
        <p:nvSpPr>
          <p:cNvPr id="154" name="Shape 154"/>
          <p:cNvSpPr/>
          <p:nvPr/>
        </p:nvSpPr>
        <p:spPr>
          <a:xfrm>
            <a:off x="11875096" y="7013069"/>
            <a:ext cx="461860" cy="3045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1200">
                <a:solidFill>
                  <a:srgbClr val="53585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s</a:t>
            </a:r>
          </a:p>
        </p:txBody>
      </p:sp>
      <p:sp>
        <p:nvSpPr>
          <p:cNvPr id="155" name="Shape 155"/>
          <p:cNvSpPr/>
          <p:nvPr/>
        </p:nvSpPr>
        <p:spPr>
          <a:xfrm>
            <a:off x="7598567" y="5330328"/>
            <a:ext cx="461861" cy="3045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1200">
                <a:solidFill>
                  <a:srgbClr val="53585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s</a:t>
            </a:r>
          </a:p>
        </p:txBody>
      </p:sp>
      <p:sp>
        <p:nvSpPr>
          <p:cNvPr id="156" name="Shape 156"/>
          <p:cNvSpPr/>
          <p:nvPr/>
        </p:nvSpPr>
        <p:spPr>
          <a:xfrm>
            <a:off x="9736391" y="5330328"/>
            <a:ext cx="461861" cy="3045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1200">
                <a:solidFill>
                  <a:srgbClr val="53585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s</a:t>
            </a:r>
          </a:p>
        </p:txBody>
      </p:sp>
      <p:sp>
        <p:nvSpPr>
          <p:cNvPr id="157" name="Shape 157"/>
          <p:cNvSpPr/>
          <p:nvPr/>
        </p:nvSpPr>
        <p:spPr>
          <a:xfrm>
            <a:off x="11874215" y="5330328"/>
            <a:ext cx="461861" cy="3045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1200">
                <a:solidFill>
                  <a:srgbClr val="53585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s</a:t>
            </a:r>
          </a:p>
        </p:txBody>
      </p:sp>
      <p:sp>
        <p:nvSpPr>
          <p:cNvPr id="158" name="Shape 158"/>
          <p:cNvSpPr/>
          <p:nvPr/>
        </p:nvSpPr>
        <p:spPr>
          <a:xfrm>
            <a:off x="7598567" y="3589108"/>
            <a:ext cx="461861" cy="3045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1200">
                <a:solidFill>
                  <a:srgbClr val="53585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s</a:t>
            </a:r>
          </a:p>
        </p:txBody>
      </p:sp>
      <p:sp>
        <p:nvSpPr>
          <p:cNvPr id="159" name="Shape 159"/>
          <p:cNvSpPr/>
          <p:nvPr/>
        </p:nvSpPr>
        <p:spPr>
          <a:xfrm>
            <a:off x="9736391" y="3589108"/>
            <a:ext cx="461861" cy="3045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1200">
                <a:solidFill>
                  <a:srgbClr val="53585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s</a:t>
            </a:r>
          </a:p>
        </p:txBody>
      </p:sp>
      <p:sp>
        <p:nvSpPr>
          <p:cNvPr id="160" name="Shape 160"/>
          <p:cNvSpPr/>
          <p:nvPr/>
        </p:nvSpPr>
        <p:spPr>
          <a:xfrm>
            <a:off x="11874215" y="3589108"/>
            <a:ext cx="461861" cy="3045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1200">
                <a:solidFill>
                  <a:srgbClr val="53585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s</a:t>
            </a:r>
          </a:p>
        </p:txBody>
      </p:sp>
      <p:sp>
        <p:nvSpPr>
          <p:cNvPr id="161" name="Shape 161"/>
          <p:cNvSpPr/>
          <p:nvPr/>
        </p:nvSpPr>
        <p:spPr>
          <a:xfrm>
            <a:off x="5959056" y="6853212"/>
            <a:ext cx="362814" cy="362815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162" name="Shape 162"/>
          <p:cNvSpPr/>
          <p:nvPr/>
        </p:nvSpPr>
        <p:spPr>
          <a:xfrm>
            <a:off x="969083" y="2008596"/>
            <a:ext cx="278893" cy="274415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pc="48" sz="1200">
                <a:solidFill>
                  <a:srgbClr val="FF26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IN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_rels/theme1.xml.rels><?xml version="1.0" encoding="UTF-8" standalone="yes"?><Relationships xmlns="http://schemas.openxmlformats.org/package/2006/relationships"><Relationship Id="rId1" Type="http://schemas.openxmlformats.org/officeDocument/2006/relationships/image" Target="../media/image1.png"/></Relationships>

</file>

<file path=ppt/theme/_rels/theme2.xml.rels><?xml version="1.0" encoding="UTF-8" standalone="yes"?><Relationships xmlns="http://schemas.openxmlformats.org/package/2006/relationships"><Relationship Id="rId1" Type="http://schemas.openxmlformats.org/officeDocument/2006/relationships/image" Target="../media/image1.png"/></Relationships>

</file>

<file path=ppt/theme/theme1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5400" dir="5400000">
              <a:srgbClr val="000000">
                <a:alpha val="50000"/>
              </a:srgbClr>
            </a:outerShdw>
          </a:effectLst>
        </a:effectStyle>
        <a:effectStyle>
          <a:effectLst>
            <a:outerShdw sx="100000" sy="100000" kx="0" ky="0" algn="b" rotWithShape="0" blurRad="50800" dist="12700" dir="0">
              <a:srgbClr val="000000">
                <a:alpha val="50000"/>
              </a:srgbClr>
            </a:outerShdw>
          </a:effectLst>
        </a:effectStyle>
        <a:effectStyle>
          <a:effectLst>
            <a:outerShdw sx="100000" sy="100000" kx="0" ky="0" algn="b" rotWithShape="0" blurRad="38100" dist="25400" dir="540000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r:embed="rId1"/>
          <a:srcRect l="0" t="0" r="0" b="0"/>
          <a:tile tx="0" ty="0" sx="100000" sy="100000" flip="none" algn="tl"/>
        </a:blipFill>
        <a:ln w="12700" cap="flat">
          <a:noFill/>
          <a:miter lim="400000"/>
        </a:ln>
        <a:effectLst>
          <a:outerShdw sx="100000" sy="100000" kx="0" ky="0" algn="b" rotWithShape="0" blurRad="38100" dist="25400" dir="540000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4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6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5400" dir="5400000">
              <a:srgbClr val="000000">
                <a:alpha val="50000"/>
              </a:srgbClr>
            </a:outerShdw>
          </a:effectLst>
        </a:effectStyle>
        <a:effectStyle>
          <a:effectLst>
            <a:outerShdw sx="100000" sy="100000" kx="0" ky="0" algn="b" rotWithShape="0" blurRad="50800" dist="12700" dir="0">
              <a:srgbClr val="000000">
                <a:alpha val="50000"/>
              </a:srgbClr>
            </a:outerShdw>
          </a:effectLst>
        </a:effectStyle>
        <a:effectStyle>
          <a:effectLst>
            <a:outerShdw sx="100000" sy="100000" kx="0" ky="0" algn="b" rotWithShape="0" blurRad="38100" dist="25400" dir="540000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r:embed="rId1"/>
          <a:srcRect l="0" t="0" r="0" b="0"/>
          <a:tile tx="0" ty="0" sx="100000" sy="100000" flip="none" algn="tl"/>
        </a:blipFill>
        <a:ln w="12700" cap="flat">
          <a:noFill/>
          <a:miter lim="400000"/>
        </a:ln>
        <a:effectLst>
          <a:outerShdw sx="100000" sy="100000" kx="0" ky="0" algn="b" rotWithShape="0" blurRad="38100" dist="25400" dir="540000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4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6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