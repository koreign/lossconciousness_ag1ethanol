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57" r:id="rId4"/>
    <p:sldId id="269" r:id="rId5"/>
    <p:sldId id="275" r:id="rId6"/>
    <p:sldId id="276" r:id="rId7"/>
    <p:sldId id="258" r:id="rId8"/>
    <p:sldId id="270" r:id="rId9"/>
    <p:sldId id="277" r:id="rId10"/>
    <p:sldId id="278" r:id="rId11"/>
    <p:sldId id="259" r:id="rId12"/>
    <p:sldId id="271" r:id="rId13"/>
    <p:sldId id="260" r:id="rId14"/>
    <p:sldId id="272" r:id="rId15"/>
    <p:sldId id="261" r:id="rId16"/>
    <p:sldId id="273" r:id="rId17"/>
    <p:sldId id="279" r:id="rId18"/>
    <p:sldId id="280" r:id="rId19"/>
    <p:sldId id="262" r:id="rId20"/>
    <p:sldId id="274" r:id="rId21"/>
    <p:sldId id="281" r:id="rId22"/>
    <p:sldId id="282" r:id="rId23"/>
    <p:sldId id="283" r:id="rId24"/>
    <p:sldId id="266" r:id="rId25"/>
    <p:sldId id="267" r:id="rId26"/>
  </p:sldIdLst>
  <p:sldSz cx="9144000" cy="5715000" type="screen16x1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486" autoAdjust="0"/>
  </p:normalViewPr>
  <p:slideViewPr>
    <p:cSldViewPr>
      <p:cViewPr varScale="1">
        <p:scale>
          <a:sx n="131" d="100"/>
          <a:sy n="131" d="100"/>
        </p:scale>
        <p:origin x="-1032" y="-90"/>
      </p:cViewPr>
      <p:guideLst>
        <p:guide orient="horz" pos="18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7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279261"/>
            <a:ext cx="4041775" cy="53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27542"/>
            <a:ext cx="3008313" cy="96837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2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195917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5"/>
            <a:ext cx="2057400" cy="487627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5"/>
            <a:ext cx="6019800" cy="48762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2886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33500"/>
            <a:ext cx="8229600" cy="37716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emf"/><Relationship Id="rId4" Type="http://schemas.openxmlformats.org/officeDocument/2006/relationships/image" Target="../media/image29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430" y="7035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>
          <a:xfrm>
            <a:off x="450072" y="138113"/>
            <a:ext cx="8229600" cy="266700"/>
          </a:xfrm>
        </p:spPr>
        <p:txBody>
          <a:bodyPr>
            <a:noAutofit/>
          </a:bodyPr>
          <a:lstStyle/>
          <a:p>
            <a:pPr algn="l"/>
            <a:r>
              <a:rPr lang="en-GB" sz="1800" dirty="0" smtClean="0"/>
              <a:t>Stimulus-locked event related field - IN-FC</a:t>
            </a:r>
            <a:endParaRPr lang="en-GB" sz="18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4343400" y="4174658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1426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5715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67048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13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- OUT-FC</a:t>
            </a:r>
            <a:endParaRPr lang="en-GB" sz="18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5715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7315200" y="3945895"/>
            <a:ext cx="48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??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6617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430" y="6477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2468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13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- </a:t>
            </a:r>
            <a:r>
              <a:rPr lang="en-GB" sz="1800" dirty="0" smtClean="0"/>
              <a:t>OUT-FC – Detection</a:t>
            </a:r>
            <a:endParaRPr lang="en-GB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7315200" y="3945895"/>
            <a:ext cx="48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??</a:t>
            </a:r>
            <a:endParaRPr lang="en-GB" sz="1100" dirty="0">
              <a:solidFill>
                <a:srgbClr val="FF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70853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15829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953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3797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- </a:t>
            </a:r>
            <a:r>
              <a:rPr lang="en-GB" sz="1800" dirty="0" err="1" smtClean="0"/>
              <a:t>NoStim</a:t>
            </a:r>
            <a:r>
              <a:rPr lang="en-GB" sz="1800" dirty="0" smtClean="0"/>
              <a:t>-FC</a:t>
            </a:r>
            <a:endParaRPr lang="en-GB" sz="1800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9529" y="4953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2362200" y="4495800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4607001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92350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953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790443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5715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6" name="TextBox 5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7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- </a:t>
            </a:r>
            <a:r>
              <a:rPr lang="en-GB" sz="1800" dirty="0" err="1" smtClean="0"/>
              <a:t>NoStim</a:t>
            </a:r>
            <a:r>
              <a:rPr lang="en-GB" sz="1800" dirty="0" smtClean="0"/>
              <a:t>-FC - OUT</a:t>
            </a:r>
            <a:endParaRPr lang="en-GB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2362200" y="4495800"/>
            <a:ext cx="762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971800" y="4607001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Discard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8976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7498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83018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IN-</a:t>
            </a:r>
            <a:r>
              <a:rPr lang="en-GB" sz="1800" dirty="0" err="1" smtClean="0"/>
              <a:t>OIcreARC</a:t>
            </a:r>
            <a:endParaRPr lang="en-GB" sz="1800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535215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980821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4800" y="4953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71759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8430" y="617748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IN-</a:t>
            </a:r>
            <a:r>
              <a:rPr lang="en-GB" sz="1800" dirty="0" err="1" smtClean="0"/>
              <a:t>OIcreCH</a:t>
            </a:r>
            <a:endParaRPr lang="en-GB" sz="1800" dirty="0"/>
          </a:p>
        </p:txBody>
      </p:sp>
      <p:sp>
        <p:nvSpPr>
          <p:cNvPr id="9" name="TextBox 8"/>
          <p:cNvSpPr txBox="1"/>
          <p:nvPr/>
        </p:nvSpPr>
        <p:spPr>
          <a:xfrm>
            <a:off x="7924800" y="1455057"/>
            <a:ext cx="4881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dirty="0" smtClean="0">
                <a:solidFill>
                  <a:srgbClr val="FF0000"/>
                </a:solidFill>
              </a:rPr>
              <a:t>??</a:t>
            </a:r>
            <a:endParaRPr lang="en-GB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26783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3629" y="460466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7104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OUT-</a:t>
            </a:r>
            <a:r>
              <a:rPr lang="en-GB" sz="1800" dirty="0" err="1" smtClean="0"/>
              <a:t>OIcreARC</a:t>
            </a:r>
            <a:endParaRPr lang="en-GB" sz="1800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698499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83784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953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637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5" name="TextBox 4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</a:t>
            </a:r>
            <a:r>
              <a:rPr lang="en-GB" sz="1800" dirty="0" smtClean="0"/>
              <a:t>OUT-</a:t>
            </a:r>
            <a:r>
              <a:rPr lang="en-GB" sz="1800" dirty="0" err="1" smtClean="0"/>
              <a:t>OIcreARC</a:t>
            </a:r>
            <a:r>
              <a:rPr lang="en-GB" sz="1800" dirty="0" smtClean="0"/>
              <a:t> - Detect</a:t>
            </a:r>
            <a:endParaRPr lang="en-GB" sz="1800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620123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19483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60466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497028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</a:t>
            </a:r>
            <a:r>
              <a:rPr lang="en-GB" sz="1800" dirty="0" err="1" smtClean="0"/>
              <a:t>NoStim-OIcreCH</a:t>
            </a:r>
            <a:endParaRPr lang="en-GB" sz="1800" dirty="0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6477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368134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4191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06142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3278" y="8763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FRO</a:t>
            </a:r>
            <a:endParaRPr lang="en-GB" sz="1200" dirty="0"/>
          </a:p>
        </p:txBody>
      </p:sp>
      <p:sp>
        <p:nvSpPr>
          <p:cNvPr id="3" name="TextBox 2"/>
          <p:cNvSpPr txBox="1"/>
          <p:nvPr/>
        </p:nvSpPr>
        <p:spPr>
          <a:xfrm>
            <a:off x="153278" y="2500313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PAR</a:t>
            </a:r>
            <a:endParaRPr lang="en-GB" sz="1200" dirty="0"/>
          </a:p>
        </p:txBody>
      </p:sp>
      <p:sp>
        <p:nvSpPr>
          <p:cNvPr id="4" name="TextBox 3"/>
          <p:cNvSpPr txBox="1"/>
          <p:nvPr/>
        </p:nvSpPr>
        <p:spPr>
          <a:xfrm>
            <a:off x="153278" y="4076700"/>
            <a:ext cx="369332" cy="83820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pPr algn="ctr"/>
            <a:r>
              <a:rPr lang="en-GB" sz="1200" dirty="0" smtClean="0"/>
              <a:t>CA1</a:t>
            </a:r>
            <a:endParaRPr lang="en-GB" sz="1200" dirty="0"/>
          </a:p>
        </p:txBody>
      </p:sp>
      <p:sp>
        <p:nvSpPr>
          <p:cNvPr id="5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Stimulus-locked event related field – </a:t>
            </a:r>
            <a:r>
              <a:rPr lang="en-GB" sz="1800" dirty="0" err="1" smtClean="0"/>
              <a:t>NoStim-OIcreCH</a:t>
            </a:r>
            <a:r>
              <a:rPr lang="en-GB" sz="1800" dirty="0" smtClean="0"/>
              <a:t> - OUT</a:t>
            </a:r>
            <a:endParaRPr lang="en-GB" sz="1800" dirty="0"/>
          </a:p>
        </p:txBody>
      </p:sp>
      <p:pic>
        <p:nvPicPr>
          <p:cNvPr id="2150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6477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52300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429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8056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07259" y="342900"/>
            <a:ext cx="9748802" cy="4897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Pooled phase plots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0537621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3452" y="4047430"/>
            <a:ext cx="10758954" cy="11722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09600" y="647700"/>
            <a:ext cx="10515600" cy="15290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Ripple-locked averages</a:t>
            </a:r>
            <a:endParaRPr lang="en-GB" sz="1800" dirty="0"/>
          </a:p>
        </p:txBody>
      </p:sp>
      <p:sp>
        <p:nvSpPr>
          <p:cNvPr id="6" name="TextBox 5"/>
          <p:cNvSpPr txBox="1"/>
          <p:nvPr/>
        </p:nvSpPr>
        <p:spPr>
          <a:xfrm>
            <a:off x="4459515" y="1576601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smtClean="0">
                <a:solidFill>
                  <a:srgbClr val="FF0000"/>
                </a:solidFill>
              </a:rPr>
              <a:t>Discard</a:t>
            </a:r>
            <a:endParaRPr lang="en-GB" sz="1100" b="1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05000" y="430530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smtClean="0">
                <a:solidFill>
                  <a:srgbClr val="FF0000"/>
                </a:solidFill>
              </a:rPr>
              <a:t>Discard</a:t>
            </a:r>
            <a:endParaRPr lang="en-GB" sz="1100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674374" y="4729490"/>
            <a:ext cx="10668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100" b="1" dirty="0" smtClean="0">
                <a:solidFill>
                  <a:srgbClr val="FF0000"/>
                </a:solidFill>
              </a:rPr>
              <a:t>Discard</a:t>
            </a:r>
            <a:endParaRPr lang="en-GB" sz="11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86" y="2476500"/>
            <a:ext cx="9698027" cy="1010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24962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 txBox="1">
            <a:spLocks/>
          </p:cNvSpPr>
          <p:nvPr/>
        </p:nvSpPr>
        <p:spPr>
          <a:xfrm>
            <a:off x="450072" y="138113"/>
            <a:ext cx="8229600" cy="266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800" dirty="0" smtClean="0"/>
              <a:t>Ripple-locked averages</a:t>
            </a:r>
            <a:endParaRPr lang="en-GB" sz="1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7543" y="571500"/>
            <a:ext cx="10154265" cy="10797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1085" y="1817935"/>
            <a:ext cx="10210800" cy="1036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3086100"/>
            <a:ext cx="9677400" cy="8035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41085" y="4305300"/>
            <a:ext cx="9753600" cy="957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30096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125</Words>
  <Application>Microsoft Office PowerPoint</Application>
  <PresentationFormat>On-screen Show (16:10)</PresentationFormat>
  <Paragraphs>58</Paragraphs>
  <Slides>25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Stimulus-locked event related field - IN-FC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Stimulus-locked event related field - IN-FC</dc:title>
  <dc:creator>Hong-Viet Ngo</dc:creator>
  <cp:lastModifiedBy>Hong-Viet Ngo</cp:lastModifiedBy>
  <cp:revision>33</cp:revision>
  <cp:lastPrinted>2017-03-04T15:12:59Z</cp:lastPrinted>
  <dcterms:created xsi:type="dcterms:W3CDTF">2006-08-16T00:00:00Z</dcterms:created>
  <dcterms:modified xsi:type="dcterms:W3CDTF">2017-03-13T14:48:03Z</dcterms:modified>
</cp:coreProperties>
</file>