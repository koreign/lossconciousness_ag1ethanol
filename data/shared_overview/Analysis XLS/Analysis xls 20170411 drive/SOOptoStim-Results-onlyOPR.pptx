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9" r:id="rId3"/>
    <p:sldId id="264" r:id="rId4"/>
    <p:sldId id="270" r:id="rId5"/>
    <p:sldId id="265" r:id="rId6"/>
    <p:sldId id="271" r:id="rId7"/>
    <p:sldId id="268" r:id="rId8"/>
  </p:sldIdLst>
  <p:sldSz cx="9144000" cy="5715000" type="screen16x1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86" autoAdjust="0"/>
  </p:normalViewPr>
  <p:slideViewPr>
    <p:cSldViewPr>
      <p:cViewPr varScale="1">
        <p:scale>
          <a:sx n="131" d="100"/>
          <a:sy n="131" d="100"/>
        </p:scale>
        <p:origin x="-1032" y="-90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422062"/>
            <a:ext cx="10319633" cy="517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IN-OPR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93086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9878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900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OUT-OPR</a:t>
            </a:r>
            <a:endParaRPr lang="en-GB" sz="18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6256" y="469532"/>
            <a:ext cx="10210800" cy="5124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09800" y="1311741"/>
            <a:ext cx="48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??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1800" y="4152900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31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429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61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</a:t>
            </a:r>
            <a:r>
              <a:rPr lang="en-GB" sz="1800" dirty="0" err="1" smtClean="0"/>
              <a:t>NoStim</a:t>
            </a:r>
            <a:r>
              <a:rPr lang="en-GB" sz="1800" dirty="0" smtClean="0"/>
              <a:t>-OPR</a:t>
            </a:r>
            <a:endParaRPr lang="en-GB" sz="1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441524"/>
            <a:ext cx="10515600" cy="5273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28800" y="4076700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Polarity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1288" y="4017334"/>
            <a:ext cx="685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Polarity</a:t>
            </a:r>
            <a:endParaRPr lang="en-GB" sz="1100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848428" y="441524"/>
            <a:ext cx="0" cy="480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98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9878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3218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95500"/>
            <a:ext cx="9387348" cy="83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858000" y="232410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4114" y="647700"/>
            <a:ext cx="10363200" cy="1065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3467100"/>
            <a:ext cx="9677400" cy="97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161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32</Words>
  <Application>Microsoft Office PowerPoint</Application>
  <PresentationFormat>On-screen Show (16:10)</PresentationFormat>
  <Paragraphs>17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Stimulus-locked event related field - IN-FC</dc:title>
  <dc:creator>Hong-Viet Ngo</dc:creator>
  <cp:lastModifiedBy>Hong-Viet Ngo</cp:lastModifiedBy>
  <cp:revision>15</cp:revision>
  <cp:lastPrinted>2017-03-04T15:12:59Z</cp:lastPrinted>
  <dcterms:created xsi:type="dcterms:W3CDTF">2006-08-16T00:00:00Z</dcterms:created>
  <dcterms:modified xsi:type="dcterms:W3CDTF">2017-03-05T16:24:36Z</dcterms:modified>
</cp:coreProperties>
</file>